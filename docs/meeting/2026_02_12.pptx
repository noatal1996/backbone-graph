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574" r:id="rId2"/>
    <p:sldId id="1627" r:id="rId3"/>
    <p:sldId id="1597" r:id="rId4"/>
    <p:sldId id="1617" r:id="rId5"/>
    <p:sldId id="1591" r:id="rId6"/>
    <p:sldId id="1594" r:id="rId7"/>
    <p:sldId id="1619" r:id="rId8"/>
    <p:sldId id="1628" r:id="rId9"/>
    <p:sldId id="1623" r:id="rId10"/>
    <p:sldId id="1624" r:id="rId11"/>
    <p:sldId id="1629" r:id="rId12"/>
    <p:sldId id="1621" r:id="rId13"/>
    <p:sldId id="1625" r:id="rId1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627"/>
            <p14:sldId id="1597"/>
            <p14:sldId id="1617"/>
            <p14:sldId id="1591"/>
            <p14:sldId id="1594"/>
            <p14:sldId id="1619"/>
            <p14:sldId id="1628"/>
            <p14:sldId id="1623"/>
            <p14:sldId id="1624"/>
            <p14:sldId id="1629"/>
            <p14:sldId id="1621"/>
            <p14:sldId id="16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44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ן פרידמן" userId="bcd6e6b1-6b56-4e54-af8d-4432b359a0fe" providerId="ADAL" clId="{ACE5DC10-28ED-45B3-AF90-6C4947596268}"/>
    <pc:docChg chg="undo custSel addSld delSld modSld sldOrd">
      <pc:chgData name="חן פרידמן" userId="bcd6e6b1-6b56-4e54-af8d-4432b359a0fe" providerId="ADAL" clId="{ACE5DC10-28ED-45B3-AF90-6C4947596268}" dt="2025-12-21T11:51:30.649" v="225" actId="20577"/>
      <pc:docMkLst>
        <pc:docMk/>
      </pc:docMkLst>
      <pc:sldChg chg="modSp">
        <pc:chgData name="חן פרידמן" userId="bcd6e6b1-6b56-4e54-af8d-4432b359a0fe" providerId="ADAL" clId="{ACE5DC10-28ED-45B3-AF90-6C4947596268}" dt="2025-12-21T11:14:02.598" v="49" actId="20577"/>
        <pc:sldMkLst>
          <pc:docMk/>
          <pc:sldMk cId="132160383" sldId="1574"/>
        </pc:sldMkLst>
        <pc:spChg chg="mod">
          <ac:chgData name="חן פרידמן" userId="bcd6e6b1-6b56-4e54-af8d-4432b359a0fe" providerId="ADAL" clId="{ACE5DC10-28ED-45B3-AF90-6C4947596268}" dt="2025-12-21T11:14:02.598" v="49" actId="20577"/>
          <ac:spMkLst>
            <pc:docMk/>
            <pc:sldMk cId="132160383" sldId="1574"/>
            <ac:spMk id="6" creationId="{B553B468-8035-4F27-9A10-D7A4E7C759F1}"/>
          </ac:spMkLst>
        </pc:spChg>
      </pc:sldChg>
      <pc:sldChg chg="del">
        <pc:chgData name="חן פרידמן" userId="bcd6e6b1-6b56-4e54-af8d-4432b359a0fe" providerId="ADAL" clId="{ACE5DC10-28ED-45B3-AF90-6C4947596268}" dt="2025-12-21T11:12:08.976" v="4" actId="2696"/>
        <pc:sldMkLst>
          <pc:docMk/>
          <pc:sldMk cId="3172543812" sldId="1667"/>
        </pc:sldMkLst>
      </pc:sldChg>
      <pc:sldChg chg="addSp delSp modSp add">
        <pc:chgData name="חן פרידמן" userId="bcd6e6b1-6b56-4e54-af8d-4432b359a0fe" providerId="ADAL" clId="{ACE5DC10-28ED-45B3-AF90-6C4947596268}" dt="2025-12-21T11:12:25.273" v="15" actId="478"/>
        <pc:sldMkLst>
          <pc:docMk/>
          <pc:sldMk cId="2570145380" sldId="1668"/>
        </pc:sldMkLst>
        <pc:spChg chg="del">
          <ac:chgData name="חן פרידמן" userId="bcd6e6b1-6b56-4e54-af8d-4432b359a0fe" providerId="ADAL" clId="{ACE5DC10-28ED-45B3-AF90-6C4947596268}" dt="2025-12-21T11:12:25.273" v="15" actId="478"/>
          <ac:spMkLst>
            <pc:docMk/>
            <pc:sldMk cId="2570145380" sldId="1668"/>
            <ac:spMk id="2" creationId="{611C8480-7996-425D-8334-60680BA9CF3A}"/>
          </ac:spMkLst>
        </pc:spChg>
        <pc:spChg chg="del mod">
          <ac:chgData name="חן פרידמן" userId="bcd6e6b1-6b56-4e54-af8d-4432b359a0fe" providerId="ADAL" clId="{ACE5DC10-28ED-45B3-AF90-6C4947596268}" dt="2025-12-21T11:12:06.714" v="3"/>
          <ac:spMkLst>
            <pc:docMk/>
            <pc:sldMk cId="2570145380" sldId="1668"/>
            <ac:spMk id="3" creationId="{EDAF9AAB-1EED-42C4-960F-4BF899666680}"/>
          </ac:spMkLst>
        </pc:spChg>
        <pc:picChg chg="add mod">
          <ac:chgData name="חן פרידמן" userId="bcd6e6b1-6b56-4e54-af8d-4432b359a0fe" providerId="ADAL" clId="{ACE5DC10-28ED-45B3-AF90-6C4947596268}" dt="2025-12-21T11:12:24.136" v="14" actId="1076"/>
          <ac:picMkLst>
            <pc:docMk/>
            <pc:sldMk cId="2570145380" sldId="1668"/>
            <ac:picMk id="6" creationId="{2F133023-E1FA-4D9A-A1DB-DDDFD4905063}"/>
          </ac:picMkLst>
        </pc:picChg>
        <pc:picChg chg="add del mod">
          <ac:chgData name="חן פרידמן" userId="bcd6e6b1-6b56-4e54-af8d-4432b359a0fe" providerId="ADAL" clId="{ACE5DC10-28ED-45B3-AF90-6C4947596268}" dt="2025-12-21T11:12:22.136" v="13" actId="478"/>
          <ac:picMkLst>
            <pc:docMk/>
            <pc:sldMk cId="2570145380" sldId="1668"/>
            <ac:picMk id="8" creationId="{7BFC025C-0ED8-410B-B11F-6AAC0560BCE9}"/>
          </ac:picMkLst>
        </pc:picChg>
        <pc:picChg chg="add del mod">
          <ac:chgData name="חן פרידמן" userId="bcd6e6b1-6b56-4e54-af8d-4432b359a0fe" providerId="ADAL" clId="{ACE5DC10-28ED-45B3-AF90-6C4947596268}" dt="2025-12-21T11:12:20.713" v="12" actId="478"/>
          <ac:picMkLst>
            <pc:docMk/>
            <pc:sldMk cId="2570145380" sldId="1668"/>
            <ac:picMk id="10" creationId="{E61A6B70-CAD7-4BDA-B50A-47009B4E9FE3}"/>
          </ac:picMkLst>
        </pc:picChg>
      </pc:sldChg>
      <pc:sldChg chg="del">
        <pc:chgData name="חן פרידמן" userId="bcd6e6b1-6b56-4e54-af8d-4432b359a0fe" providerId="ADAL" clId="{ACE5DC10-28ED-45B3-AF90-6C4947596268}" dt="2025-12-21T11:11:51.180" v="0" actId="2696"/>
        <pc:sldMkLst>
          <pc:docMk/>
          <pc:sldMk cId="3698545494" sldId="1668"/>
        </pc:sldMkLst>
      </pc:sldChg>
      <pc:sldChg chg="add">
        <pc:chgData name="חן פרידמן" userId="bcd6e6b1-6b56-4e54-af8d-4432b359a0fe" providerId="ADAL" clId="{ACE5DC10-28ED-45B3-AF90-6C4947596268}" dt="2025-12-21T11:12:10.511" v="5"/>
        <pc:sldMkLst>
          <pc:docMk/>
          <pc:sldMk cId="3180822841" sldId="1669"/>
        </pc:sldMkLst>
      </pc:sldChg>
      <pc:sldChg chg="addSp delSp modSp add ord">
        <pc:chgData name="חן פרידמן" userId="bcd6e6b1-6b56-4e54-af8d-4432b359a0fe" providerId="ADAL" clId="{ACE5DC10-28ED-45B3-AF90-6C4947596268}" dt="2025-12-21T11:12:19.728" v="11"/>
        <pc:sldMkLst>
          <pc:docMk/>
          <pc:sldMk cId="2758228725" sldId="1670"/>
        </pc:sldMkLst>
        <pc:spChg chg="del">
          <ac:chgData name="חן פרידמן" userId="bcd6e6b1-6b56-4e54-af8d-4432b359a0fe" providerId="ADAL" clId="{ACE5DC10-28ED-45B3-AF90-6C4947596268}" dt="2025-12-21T11:12:16.249" v="9" actId="478"/>
          <ac:spMkLst>
            <pc:docMk/>
            <pc:sldMk cId="2758228725" sldId="1670"/>
            <ac:spMk id="2" creationId="{611C8480-7996-425D-8334-60680BA9CF3A}"/>
          </ac:spMkLst>
        </pc:spChg>
        <pc:spChg chg="add del mod">
          <ac:chgData name="חן פרידמן" userId="bcd6e6b1-6b56-4e54-af8d-4432b359a0fe" providerId="ADAL" clId="{ACE5DC10-28ED-45B3-AF90-6C4947596268}" dt="2025-12-21T11:12:17.702" v="10" actId="478"/>
          <ac:spMkLst>
            <pc:docMk/>
            <pc:sldMk cId="2758228725" sldId="1670"/>
            <ac:spMk id="5" creationId="{E6D37E27-E3B0-495E-9BAE-B828BF003926}"/>
          </ac:spMkLst>
        </pc:spChg>
        <pc:picChg chg="del">
          <ac:chgData name="חן פרידמן" userId="bcd6e6b1-6b56-4e54-af8d-4432b359a0fe" providerId="ADAL" clId="{ACE5DC10-28ED-45B3-AF90-6C4947596268}" dt="2025-12-21T11:12:14.748" v="8" actId="478"/>
          <ac:picMkLst>
            <pc:docMk/>
            <pc:sldMk cId="2758228725" sldId="1670"/>
            <ac:picMk id="6" creationId="{2F133023-E1FA-4D9A-A1DB-DDDFD4905063}"/>
          </ac:picMkLst>
        </pc:picChg>
        <pc:picChg chg="del">
          <ac:chgData name="חן פרידמן" userId="bcd6e6b1-6b56-4e54-af8d-4432b359a0fe" providerId="ADAL" clId="{ACE5DC10-28ED-45B3-AF90-6C4947596268}" dt="2025-12-21T11:12:13.433" v="7" actId="478"/>
          <ac:picMkLst>
            <pc:docMk/>
            <pc:sldMk cId="2758228725" sldId="1670"/>
            <ac:picMk id="10" creationId="{E61A6B70-CAD7-4BDA-B50A-47009B4E9FE3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13:44.014" v="36" actId="1076"/>
        <pc:sldMkLst>
          <pc:docMk/>
          <pc:sldMk cId="1890324457" sldId="1671"/>
        </pc:sldMkLst>
        <pc:spChg chg="del">
          <ac:chgData name="חן פרידמן" userId="bcd6e6b1-6b56-4e54-af8d-4432b359a0fe" providerId="ADAL" clId="{ACE5DC10-28ED-45B3-AF90-6C4947596268}" dt="2025-12-21T11:13:02.776" v="19" actId="478"/>
          <ac:spMkLst>
            <pc:docMk/>
            <pc:sldMk cId="1890324457" sldId="1671"/>
            <ac:spMk id="2" creationId="{4534A598-5C48-4C65-AE5A-E2DB7ACCD4E2}"/>
          </ac:spMkLst>
        </pc:spChg>
        <pc:spChg chg="del">
          <ac:chgData name="חן פרידמן" userId="bcd6e6b1-6b56-4e54-af8d-4432b359a0fe" providerId="ADAL" clId="{ACE5DC10-28ED-45B3-AF90-6C4947596268}" dt="2025-12-21T11:13:01.043" v="18"/>
          <ac:spMkLst>
            <pc:docMk/>
            <pc:sldMk cId="1890324457" sldId="1671"/>
            <ac:spMk id="3" creationId="{5445E6B7-55E5-4ED2-B890-06BB48E5CBE8}"/>
          </ac:spMkLst>
        </pc:spChg>
        <pc:spChg chg="add">
          <ac:chgData name="חן פרידמן" userId="bcd6e6b1-6b56-4e54-af8d-4432b359a0fe" providerId="ADAL" clId="{ACE5DC10-28ED-45B3-AF90-6C4947596268}" dt="2025-12-21T11:12:49.162" v="17"/>
          <ac:spMkLst>
            <pc:docMk/>
            <pc:sldMk cId="1890324457" sldId="1671"/>
            <ac:spMk id="5" creationId="{5A237CFF-B177-42ED-BEA5-BC519A06AD66}"/>
          </ac:spMkLst>
        </pc:spChg>
        <pc:picChg chg="add mod">
          <ac:chgData name="חן פרידמן" userId="bcd6e6b1-6b56-4e54-af8d-4432b359a0fe" providerId="ADAL" clId="{ACE5DC10-28ED-45B3-AF90-6C4947596268}" dt="2025-12-21T11:13:44.014" v="36" actId="1076"/>
          <ac:picMkLst>
            <pc:docMk/>
            <pc:sldMk cId="1890324457" sldId="1671"/>
            <ac:picMk id="7" creationId="{BCF6D5A2-3487-41EC-9FB0-B4D22C56DA05}"/>
          </ac:picMkLst>
        </pc:picChg>
        <pc:picChg chg="add mod">
          <ac:chgData name="חן פרידמן" userId="bcd6e6b1-6b56-4e54-af8d-4432b359a0fe" providerId="ADAL" clId="{ACE5DC10-28ED-45B3-AF90-6C4947596268}" dt="2025-12-21T11:13:42.446" v="35" actId="1076"/>
          <ac:picMkLst>
            <pc:docMk/>
            <pc:sldMk cId="1890324457" sldId="1671"/>
            <ac:picMk id="8" creationId="{6456F3BF-855C-4B07-B655-11FA129733AC}"/>
          </ac:picMkLst>
        </pc:picChg>
      </pc:sldChg>
      <pc:sldChg chg="modSp add">
        <pc:chgData name="חן פרידמן" userId="bcd6e6b1-6b56-4e54-af8d-4432b359a0fe" providerId="ADAL" clId="{ACE5DC10-28ED-45B3-AF90-6C4947596268}" dt="2025-12-21T11:23:02.651" v="127" actId="20577"/>
        <pc:sldMkLst>
          <pc:docMk/>
          <pc:sldMk cId="1046037921" sldId="1672"/>
        </pc:sldMkLst>
        <pc:spChg chg="mod">
          <ac:chgData name="חן פרידמן" userId="bcd6e6b1-6b56-4e54-af8d-4432b359a0fe" providerId="ADAL" clId="{ACE5DC10-28ED-45B3-AF90-6C4947596268}" dt="2025-12-21T11:15:09.268" v="67" actId="20577"/>
          <ac:spMkLst>
            <pc:docMk/>
            <pc:sldMk cId="1046037921" sldId="1672"/>
            <ac:spMk id="2" creationId="{C64B55AE-1C64-4DB8-BABF-92DAD5071A9E}"/>
          </ac:spMkLst>
        </pc:spChg>
        <pc:spChg chg="mod">
          <ac:chgData name="חן פרידמן" userId="bcd6e6b1-6b56-4e54-af8d-4432b359a0fe" providerId="ADAL" clId="{ACE5DC10-28ED-45B3-AF90-6C4947596268}" dt="2025-12-21T11:23:02.651" v="127" actId="20577"/>
          <ac:spMkLst>
            <pc:docMk/>
            <pc:sldMk cId="1046037921" sldId="1672"/>
            <ac:spMk id="3" creationId="{1C82B475-3B25-4157-A709-6826BE9F3579}"/>
          </ac:spMkLst>
        </pc:spChg>
      </pc:sldChg>
      <pc:sldChg chg="addSp delSp modSp add del">
        <pc:chgData name="חן פרידמן" userId="bcd6e6b1-6b56-4e54-af8d-4432b359a0fe" providerId="ADAL" clId="{ACE5DC10-28ED-45B3-AF90-6C4947596268}" dt="2025-12-21T11:13:46.877" v="37" actId="2696"/>
        <pc:sldMkLst>
          <pc:docMk/>
          <pc:sldMk cId="3924862743" sldId="1672"/>
        </pc:sldMkLst>
        <pc:spChg chg="del">
          <ac:chgData name="חן פרידמן" userId="bcd6e6b1-6b56-4e54-af8d-4432b359a0fe" providerId="ADAL" clId="{ACE5DC10-28ED-45B3-AF90-6C4947596268}" dt="2025-12-21T11:13:21.215" v="23" actId="478"/>
          <ac:spMkLst>
            <pc:docMk/>
            <pc:sldMk cId="3924862743" sldId="1672"/>
            <ac:spMk id="2" creationId="{6031BB85-E542-4542-A794-C08DBE02854C}"/>
          </ac:spMkLst>
        </pc:spChg>
        <pc:spChg chg="del">
          <ac:chgData name="חן פרידמן" userId="bcd6e6b1-6b56-4e54-af8d-4432b359a0fe" providerId="ADAL" clId="{ACE5DC10-28ED-45B3-AF90-6C4947596268}" dt="2025-12-21T11:13:19.137" v="22"/>
          <ac:spMkLst>
            <pc:docMk/>
            <pc:sldMk cId="3924862743" sldId="1672"/>
            <ac:spMk id="3" creationId="{4D874549-3564-4703-86DA-A74F5158E332}"/>
          </ac:spMkLst>
        </pc:spChg>
        <pc:spChg chg="add mod">
          <ac:chgData name="חן פרידמן" userId="bcd6e6b1-6b56-4e54-af8d-4432b359a0fe" providerId="ADAL" clId="{ACE5DC10-28ED-45B3-AF90-6C4947596268}" dt="2025-12-21T11:13:32.266" v="30"/>
          <ac:spMkLst>
            <pc:docMk/>
            <pc:sldMk cId="3924862743" sldId="1672"/>
            <ac:spMk id="7" creationId="{B4F41F94-C103-43F8-B4D2-AEE75DE07D50}"/>
          </ac:spMkLst>
        </pc:spChg>
        <pc:picChg chg="add del mod">
          <ac:chgData name="חן פרידמן" userId="bcd6e6b1-6b56-4e54-af8d-4432b359a0fe" providerId="ADAL" clId="{ACE5DC10-28ED-45B3-AF90-6C4947596268}" dt="2025-12-21T11:13:32.266" v="30"/>
          <ac:picMkLst>
            <pc:docMk/>
            <pc:sldMk cId="3924862743" sldId="1672"/>
            <ac:picMk id="6" creationId="{2E135506-04B0-4D80-B25C-C23C8A0DBE95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51:30.649" v="225" actId="20577"/>
        <pc:sldMkLst>
          <pc:docMk/>
          <pc:sldMk cId="3651782336" sldId="1673"/>
        </pc:sldMkLst>
        <pc:spChg chg="del">
          <ac:chgData name="חן פרידמן" userId="bcd6e6b1-6b56-4e54-af8d-4432b359a0fe" providerId="ADAL" clId="{ACE5DC10-28ED-45B3-AF90-6C4947596268}" dt="2025-12-21T11:18:20.768" v="107" actId="478"/>
          <ac:spMkLst>
            <pc:docMk/>
            <pc:sldMk cId="3651782336" sldId="1673"/>
            <ac:spMk id="2" creationId="{0FAB2C54-B502-40B6-BC64-213E566F52CA}"/>
          </ac:spMkLst>
        </pc:spChg>
        <pc:spChg chg="del">
          <ac:chgData name="חן פרידמן" userId="bcd6e6b1-6b56-4e54-af8d-4432b359a0fe" providerId="ADAL" clId="{ACE5DC10-28ED-45B3-AF90-6C4947596268}" dt="2025-12-21T11:18:16.551" v="104"/>
          <ac:spMkLst>
            <pc:docMk/>
            <pc:sldMk cId="3651782336" sldId="1673"/>
            <ac:spMk id="3" creationId="{1B2FC6A3-0114-444B-949F-D81FD8FC7496}"/>
          </ac:spMkLst>
        </pc:spChg>
        <pc:spChg chg="add">
          <ac:chgData name="חן פרידמן" userId="bcd6e6b1-6b56-4e54-af8d-4432b359a0fe" providerId="ADAL" clId="{ACE5DC10-28ED-45B3-AF90-6C4947596268}" dt="2025-12-21T11:18:09.333" v="103"/>
          <ac:spMkLst>
            <pc:docMk/>
            <pc:sldMk cId="3651782336" sldId="1673"/>
            <ac:spMk id="5" creationId="{3938DE6C-3A22-4C1B-8315-1389478D26D3}"/>
          </ac:spMkLst>
        </pc:spChg>
        <pc:spChg chg="add del mod">
          <ac:chgData name="חן פרידמן" userId="bcd6e6b1-6b56-4e54-af8d-4432b359a0fe" providerId="ADAL" clId="{ACE5DC10-28ED-45B3-AF90-6C4947596268}" dt="2025-12-21T11:18:19.864" v="106" actId="478"/>
          <ac:spMkLst>
            <pc:docMk/>
            <pc:sldMk cId="3651782336" sldId="1673"/>
            <ac:spMk id="6" creationId="{A22E1544-B20A-4DCE-954A-3CEEC79DE825}"/>
          </ac:spMkLst>
        </pc:spChg>
        <pc:spChg chg="add">
          <ac:chgData name="חן פרידמן" userId="bcd6e6b1-6b56-4e54-af8d-4432b359a0fe" providerId="ADAL" clId="{ACE5DC10-28ED-45B3-AF90-6C4947596268}" dt="2025-12-21T11:18:17.953" v="105"/>
          <ac:spMkLst>
            <pc:docMk/>
            <pc:sldMk cId="3651782336" sldId="1673"/>
            <ac:spMk id="7" creationId="{4C079B29-3544-47A9-9DEF-D9B0BDECDFD2}"/>
          </ac:spMkLst>
        </pc:spChg>
        <pc:spChg chg="add mod">
          <ac:chgData name="חן פרידמן" userId="bcd6e6b1-6b56-4e54-af8d-4432b359a0fe" providerId="ADAL" clId="{ACE5DC10-28ED-45B3-AF90-6C4947596268}" dt="2025-12-21T11:51:30.649" v="225" actId="20577"/>
          <ac:spMkLst>
            <pc:docMk/>
            <pc:sldMk cId="3651782336" sldId="1673"/>
            <ac:spMk id="10" creationId="{5DDAE688-B8B9-4580-BCE1-2616ED9EF69D}"/>
          </ac:spMkLst>
        </pc:spChg>
        <pc:spChg chg="add del mod">
          <ac:chgData name="חן פרידמן" userId="bcd6e6b1-6b56-4e54-af8d-4432b359a0fe" providerId="ADAL" clId="{ACE5DC10-28ED-45B3-AF90-6C4947596268}" dt="2025-12-21T11:22:49.261" v="121" actId="478"/>
          <ac:spMkLst>
            <pc:docMk/>
            <pc:sldMk cId="3651782336" sldId="1673"/>
            <ac:spMk id="11" creationId="{1853392B-CCFB-4CE6-A8D5-707C6A7B69BC}"/>
          </ac:spMkLst>
        </pc:spChg>
        <pc:picChg chg="add mod">
          <ac:chgData name="חן פרידמן" userId="bcd6e6b1-6b56-4e54-af8d-4432b359a0fe" providerId="ADAL" clId="{ACE5DC10-28ED-45B3-AF90-6C4947596268}" dt="2025-12-21T11:19:38.659" v="109" actId="1076"/>
          <ac:picMkLst>
            <pc:docMk/>
            <pc:sldMk cId="3651782336" sldId="1673"/>
            <ac:picMk id="9" creationId="{FEE92867-95D2-4E1E-8C00-88EA64E963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כ"ה/שבט/תשפ"ו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0856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BE8B-21B0-7EAB-C6A2-FC631A36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40D3A-5164-1242-E7E3-FE6891C35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3C739-1A3E-319D-8650-3B7A79034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479EE-B21D-3E17-D9F0-263B59EE9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89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71D0-3498-9926-3D45-CB19D6CC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BF001-388A-A507-838D-898BCD246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15DA1-B271-710E-C2A1-878433E68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D3A0D-62CA-6939-E846-9ED9CB4E9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0845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AD41-7DB0-0382-F0D9-81BB893C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5C2E9-47F0-6727-2860-E19BC04C9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76A54-085A-57F1-2C7E-6FCCF4EB0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DFB6-A023-D2F6-2901-C60F64D54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0401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4FFAB-C662-F7EA-2598-7B7120B7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11F26-E20D-8D12-CC91-BD401BD19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D23D8-7CB2-0A5D-641E-A95BB2C83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5A9FE-3FE8-549F-FCBB-A6F12840D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3788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9B85-1452-9B9C-B288-E6575C6F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00C1F-B1F7-F50D-74F0-8BE621152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257EE-C67B-771E-CD2E-019B9C4EB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8DB7E-4801-2866-A424-270152297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5826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B6CF-5DD0-6233-E833-40B0BD1B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EF297-A6DE-E6A8-E733-8269462C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9571D-242E-836A-9F5B-691279B37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8B34F-5CEB-456F-2DE2-65FA38946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5522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A419-28BD-0323-AB03-3F8E28E0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BF1FE-299D-93A3-F275-9A3E92199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96833-BB0D-3505-8B11-100C53E56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27BE-728E-56A1-1F80-C551FC7BF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8181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9" name="Picture 8" descr="A document with text on it&#10;&#10;AI-generated content may be incorrect.">
            <a:extLst>
              <a:ext uri="{FF2B5EF4-FFF2-40B4-BE49-F238E27FC236}">
                <a16:creationId xmlns:a16="http://schemas.microsoft.com/office/drawing/2014/main" id="{4A6D55D5-DFBA-E0B3-0219-6E4D255B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7" t="8796" r="8571" b="78403"/>
          <a:stretch>
            <a:fillRect/>
          </a:stretch>
        </p:blipFill>
        <p:spPr>
          <a:xfrm>
            <a:off x="1072186" y="2463071"/>
            <a:ext cx="10753557" cy="2233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12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feature_selection.mutual_info_classif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12.02.2026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1D7F-9D7A-2BFF-78EC-1AF61B1EF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60C5-EB42-8525-CF05-0FCEC344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b="1" dirty="0"/>
              <a:t>Information Operation (IO)</a:t>
            </a:r>
            <a:r>
              <a:rPr lang="en-GB" dirty="0"/>
              <a:t>:</a:t>
            </a:r>
            <a:r>
              <a:rPr lang="en-GB" b="1" dirty="0"/>
              <a:t> </a:t>
            </a:r>
            <a:r>
              <a:rPr lang="en-GB" dirty="0"/>
              <a:t>A collection of publications produced by a set of actors performing similar or complementary actions in pursuit of a shared intent, while misleading others.</a:t>
            </a:r>
          </a:p>
          <a:p>
            <a:pPr fontAlgn="base"/>
            <a:r>
              <a:rPr lang="en-GB" b="1" dirty="0"/>
              <a:t>IO Driver</a:t>
            </a:r>
            <a:r>
              <a:rPr lang="en-GB" dirty="0"/>
              <a:t>: An account that participates in one or more IO.</a:t>
            </a:r>
          </a:p>
          <a:p>
            <a:pPr fontAlgn="base"/>
            <a:r>
              <a:rPr lang="en-GB" b="1" dirty="0"/>
              <a:t>Author ‘s IO Label: </a:t>
            </a:r>
            <a:r>
              <a:rPr lang="en-GB" dirty="0"/>
              <a:t>label =  1 if the author is IO Driver and label = 0 if not.</a:t>
            </a:r>
          </a:p>
          <a:p>
            <a:pPr fontAlgn="base"/>
            <a:r>
              <a:rPr lang="en-GB" b="1" dirty="0"/>
              <a:t>Key Author</a:t>
            </a:r>
            <a:r>
              <a:rPr lang="en-GB" dirty="0"/>
              <a:t>: An author who acts as a leading participant in one or more narratives or topics.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1198B-191A-A511-3359-E952FD11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134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86CF-41AA-7F14-874C-2DBF05DD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2D70-6A55-771B-DBB3-9BA0A76D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Topic</a:t>
            </a:r>
            <a:r>
              <a:rPr lang="en-US" dirty="0"/>
              <a:t> Clustering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D1A80-AEDE-2BC8-C91B-F7FF0AA0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8" name="Content Placeholder 7" descr="A group of graphs showing different sizes and numbers&#10;&#10;AI-generated content may be incorrect.">
            <a:extLst>
              <a:ext uri="{FF2B5EF4-FFF2-40B4-BE49-F238E27FC236}">
                <a16:creationId xmlns:a16="http://schemas.microsoft.com/office/drawing/2014/main" id="{02370534-172A-6651-9EC4-A13DF4C0B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472"/>
          <a:stretch>
            <a:fillRect/>
          </a:stretch>
        </p:blipFill>
        <p:spPr>
          <a:xfrm>
            <a:off x="1711435" y="1424902"/>
            <a:ext cx="7562901" cy="503146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5C2C17-EB50-EEB5-504F-F813D00D44DB}"/>
              </a:ext>
            </a:extLst>
          </p:cNvPr>
          <p:cNvCxnSpPr>
            <a:cxnSpLocks/>
          </p:cNvCxnSpPr>
          <p:nvPr/>
        </p:nvCxnSpPr>
        <p:spPr>
          <a:xfrm flipH="1">
            <a:off x="7181088" y="1310640"/>
            <a:ext cx="298704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82A2C2-C861-2C44-B7AC-7FB92DA13BFB}"/>
              </a:ext>
            </a:extLst>
          </p:cNvPr>
          <p:cNvSpPr txBox="1"/>
          <p:nvPr/>
        </p:nvSpPr>
        <p:spPr>
          <a:xfrm>
            <a:off x="7375853" y="1059994"/>
            <a:ext cx="1177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min topic size</a:t>
            </a:r>
            <a:endParaRPr lang="en-I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574F7-5A22-0FB7-0D60-33D395B43118}"/>
              </a:ext>
            </a:extLst>
          </p:cNvPr>
          <p:cNvSpPr txBox="1"/>
          <p:nvPr/>
        </p:nvSpPr>
        <p:spPr>
          <a:xfrm>
            <a:off x="9403081" y="1727200"/>
            <a:ext cx="26212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BERTopic</a:t>
            </a:r>
            <a:r>
              <a:rPr lang="en-GB" dirty="0"/>
              <a:t> is a topic clustering method that discover semantically coherent topics in text data.</a:t>
            </a:r>
            <a:br>
              <a:rPr lang="en-GB" dirty="0"/>
            </a:br>
            <a:r>
              <a:rPr lang="en-GB" b="1" dirty="0" err="1"/>
              <a:t>min_topic_size</a:t>
            </a:r>
            <a:r>
              <a:rPr lang="en-GB" b="1" dirty="0"/>
              <a:t> </a:t>
            </a:r>
            <a:r>
              <a:rPr lang="en-GB" dirty="0"/>
              <a:t>is a parameter that controls the minimum number of documents required to form a topic. Larger the </a:t>
            </a:r>
            <a:r>
              <a:rPr lang="en-GB" dirty="0" err="1"/>
              <a:t>min_topic_size</a:t>
            </a:r>
            <a:r>
              <a:rPr lang="en-GB" dirty="0"/>
              <a:t> make few topics and each topic larger.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24056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2DCA-061A-F743-DC95-5F24ECD3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93AD-01B8-BBB1-4ACA-347F2F93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Topic</a:t>
            </a:r>
            <a:r>
              <a:rPr lang="en-US" dirty="0"/>
              <a:t> Clustering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97343-15C1-BCD9-9267-5EF7E5CE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pic>
        <p:nvPicPr>
          <p:cNvPr id="8" name="Content Placeholder 7" descr="A group of graphs showing different sizes and numbers&#10;&#10;AI-generated content may be incorrect.">
            <a:extLst>
              <a:ext uri="{FF2B5EF4-FFF2-40B4-BE49-F238E27FC236}">
                <a16:creationId xmlns:a16="http://schemas.microsoft.com/office/drawing/2014/main" id="{D857DE72-5B4A-7782-2A2F-957A17BF8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8" b="250"/>
          <a:stretch>
            <a:fillRect/>
          </a:stretch>
        </p:blipFill>
        <p:spPr>
          <a:xfrm>
            <a:off x="1689231" y="1976978"/>
            <a:ext cx="8813537" cy="292802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97E67C0-5B76-775B-2E9A-EE417EAD3213}"/>
              </a:ext>
            </a:extLst>
          </p:cNvPr>
          <p:cNvCxnSpPr>
            <a:cxnSpLocks/>
          </p:cNvCxnSpPr>
          <p:nvPr/>
        </p:nvCxnSpPr>
        <p:spPr>
          <a:xfrm flipH="1">
            <a:off x="8121089" y="1894682"/>
            <a:ext cx="298704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264934E-769F-7317-DCD1-D8812626913E}"/>
              </a:ext>
            </a:extLst>
          </p:cNvPr>
          <p:cNvSpPr txBox="1"/>
          <p:nvPr/>
        </p:nvSpPr>
        <p:spPr>
          <a:xfrm>
            <a:off x="8419793" y="1669201"/>
            <a:ext cx="1177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min topic size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397986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 Building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</a:t>
            </a:r>
            <a:endParaRPr lang="he-IL" sz="2800" dirty="0"/>
          </a:p>
          <a:p>
            <a:r>
              <a:rPr lang="en-GB" sz="2800" b="1" dirty="0"/>
              <a:t>Weights:</a:t>
            </a:r>
            <a:r>
              <a:rPr lang="en-GB" sz="2800" dirty="0"/>
              <a:t> number of co-occurrences.</a:t>
            </a:r>
          </a:p>
          <a:p>
            <a:r>
              <a:rPr lang="en-GB" sz="2800" b="1" dirty="0"/>
              <a:t>Filtering:</a:t>
            </a:r>
            <a:r>
              <a:rPr lang="en-GB" sz="2800" dirty="0"/>
              <a:t> only key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and structural signals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7D72-3769-4162-3F92-A05CCDC8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FA3E-B022-B204-FB8C-1BC2E0244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C0AEB-C01F-B3A5-B6BE-FCD102F6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F8CEB6B9-7309-277B-AAAC-68DA1C261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268" y="1385094"/>
            <a:ext cx="4747419" cy="4747419"/>
          </a:xfrm>
        </p:spPr>
      </p:pic>
    </p:spTree>
    <p:extLst>
      <p:ext uri="{BB962C8B-B14F-4D97-AF65-F5344CB8AC3E}">
        <p14:creationId xmlns:p14="http://schemas.microsoft.com/office/powerpoint/2010/main" val="206784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1EEF-20EC-6850-854D-AA4553B0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65E0-3459-8295-B300-4E46F4CE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Authors Overlap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2D5C3-3760-2C88-F8F5-B14B7EF6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pic>
        <p:nvPicPr>
          <p:cNvPr id="7" name="Content Placeholder 6" descr="A diagram of a number&#10;&#10;AI-generated content may be incorrect.">
            <a:extLst>
              <a:ext uri="{FF2B5EF4-FFF2-40B4-BE49-F238E27FC236}">
                <a16:creationId xmlns:a16="http://schemas.microsoft.com/office/drawing/2014/main" id="{5C582581-DC57-1549-4B10-571C998A5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917" y="1920255"/>
            <a:ext cx="4362522" cy="4351338"/>
          </a:xfrm>
          <a:prstGeom prst="rect">
            <a:avLst/>
          </a:prstGeom>
        </p:spPr>
      </p:pic>
      <p:pic>
        <p:nvPicPr>
          <p:cNvPr id="10" name="Picture 9" descr="A blue circle with text&#10;&#10;AI-generated content may be incorrect.">
            <a:extLst>
              <a:ext uri="{FF2B5EF4-FFF2-40B4-BE49-F238E27FC236}">
                <a16:creationId xmlns:a16="http://schemas.microsoft.com/office/drawing/2014/main" id="{11D30422-A864-0BF3-B954-C3C92C526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45" y="1920255"/>
            <a:ext cx="5078147" cy="435133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35BCC7-D023-2C18-0C16-99FD9A75DFD9}"/>
              </a:ext>
            </a:extLst>
          </p:cNvPr>
          <p:cNvCxnSpPr>
            <a:cxnSpLocks/>
          </p:cNvCxnSpPr>
          <p:nvPr/>
        </p:nvCxnSpPr>
        <p:spPr>
          <a:xfrm flipH="1" flipV="1">
            <a:off x="5608320" y="4907280"/>
            <a:ext cx="281940" cy="100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79DC4B-246E-6303-1C66-601BF2DB2AAF}"/>
              </a:ext>
            </a:extLst>
          </p:cNvPr>
          <p:cNvSpPr txBox="1"/>
          <p:nvPr/>
        </p:nvSpPr>
        <p:spPr>
          <a:xfrm>
            <a:off x="3504323" y="6000880"/>
            <a:ext cx="565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IO labels are provided within the dataset</a:t>
            </a:r>
          </a:p>
          <a:p>
            <a:pPr algn="ctr"/>
            <a:r>
              <a:rPr lang="en-GB" dirty="0"/>
              <a:t> The IO labels were assigned by the social media platforms.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E299C7F-8555-20B2-E7DA-5B41155C6319}"/>
              </a:ext>
            </a:extLst>
          </p:cNvPr>
          <p:cNvCxnSpPr>
            <a:cxnSpLocks/>
          </p:cNvCxnSpPr>
          <p:nvPr/>
        </p:nvCxnSpPr>
        <p:spPr>
          <a:xfrm flipV="1">
            <a:off x="9158500" y="4991100"/>
            <a:ext cx="1364720" cy="1173480"/>
          </a:xfrm>
          <a:prstGeom prst="bentConnector3">
            <a:avLst>
              <a:gd name="adj1" fmla="val 1354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92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err="1"/>
              <a:t>Tfidf</a:t>
            </a:r>
            <a:r>
              <a:rPr lang="en-GB" b="1" dirty="0"/>
              <a:t>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other,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E839-CC89-4192-2BAD-8EFFC7CB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ACCC-F860-6693-666E-CDA8A814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Indicators Coefficients with IO Label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7E127-CF3B-63AF-C442-AAC19821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7" name="Content Placeholder 6" descr="A graph of a bar graph&#10;&#10;AI-generated content may be incorrect.">
            <a:extLst>
              <a:ext uri="{FF2B5EF4-FFF2-40B4-BE49-F238E27FC236}">
                <a16:creationId xmlns:a16="http://schemas.microsoft.com/office/drawing/2014/main" id="{2F732101-69B0-1706-C331-25BB38AB9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733" y="1727200"/>
            <a:ext cx="8876533" cy="432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3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47D48-3874-6123-8D51-5A928E7F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E4C4-BE20-E9A9-4321-B3A278C8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Correlations Among Indicators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83443-8695-530A-F7C6-E48B22F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pic>
        <p:nvPicPr>
          <p:cNvPr id="8" name="Content Placeholder 7" descr="A diagram of a number of red and blue squares&#10;&#10;AI-generated content may be incorrect.">
            <a:extLst>
              <a:ext uri="{FF2B5EF4-FFF2-40B4-BE49-F238E27FC236}">
                <a16:creationId xmlns:a16="http://schemas.microsoft.com/office/drawing/2014/main" id="{F6E2FACB-A84A-3BBC-8BCE-1BE1B0389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524" y="1550101"/>
            <a:ext cx="7198468" cy="509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E5DF-6998-F89C-1F5E-3215D560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EF2F-FB4C-4B76-10AC-8E9922E2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Gain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0B78C-05EF-3D1D-EE7E-7E5601259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/>
          </a:bodyPr>
          <a:lstStyle/>
          <a:p>
            <a:r>
              <a:rPr lang="en-GB" sz="2800" b="1" dirty="0"/>
              <a:t>Information Gain </a:t>
            </a:r>
            <a:r>
              <a:rPr lang="en-GB" sz="2800" dirty="0"/>
              <a:t>(Mutual Information) is a measure of how much knowledge one variable provides about another. Higher information gain means the indicator is more useful for making accurate predictions.</a:t>
            </a:r>
          </a:p>
          <a:p>
            <a:endParaRPr lang="en-GB" sz="2800" dirty="0"/>
          </a:p>
          <a:p>
            <a:endParaRPr lang="en-GB" sz="2800" dirty="0"/>
          </a:p>
          <a:p>
            <a:pPr marL="0" indent="0" algn="ctr">
              <a:buNone/>
            </a:pPr>
            <a:r>
              <a:rPr lang="en-GB" sz="1800" dirty="0">
                <a:hlinkClick r:id="rId2"/>
              </a:rPr>
              <a:t>https://scikit-learn.org/stable/modules/generated/sklearn.feature_selection.mutual_info_classif.html</a:t>
            </a: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DA3A2-8C98-7E45-205B-C7FC1A9B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47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DB45-DF39-1586-6A70-628AA7F7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F4CA-18A5-E7E1-C7B6-4DB828DB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Indicators Information Gain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96B64-18C3-EE82-9C95-2E3347AD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8" name="Content Placeholder 7" descr="A graph showing the number of indicators&#10;&#10;AI-generated content may be incorrect.">
            <a:extLst>
              <a:ext uri="{FF2B5EF4-FFF2-40B4-BE49-F238E27FC236}">
                <a16:creationId xmlns:a16="http://schemas.microsoft.com/office/drawing/2014/main" id="{C228305A-C34F-9D68-1BFD-FBC8D5BC0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686" y="1727200"/>
            <a:ext cx="8382627" cy="408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41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4A73-CB04-A3F2-13BF-20E67CCF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D111-D662-36E6-AF63-230FBBE3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Indicators Information Gain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DEDDD-1FB1-E3E6-8572-12142D15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  <p:pic>
        <p:nvPicPr>
          <p:cNvPr id="7" name="Content Placeholder 6" descr="A graph of a number of authors&#10;&#10;AI-generated content may be incorrect.">
            <a:extLst>
              <a:ext uri="{FF2B5EF4-FFF2-40B4-BE49-F238E27FC236}">
                <a16:creationId xmlns:a16="http://schemas.microsoft.com/office/drawing/2014/main" id="{589074DF-FE5A-7FC3-395F-E02EFB4A8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517" y="1727200"/>
            <a:ext cx="9052966" cy="444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6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11060</TotalTime>
  <Words>477</Words>
  <Application>Microsoft Office PowerPoint</Application>
  <PresentationFormat>Widescreen</PresentationFormat>
  <Paragraphs>66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Backbone Graph</vt:lpstr>
      <vt:lpstr>Terms</vt:lpstr>
      <vt:lpstr>Topic Clustering</vt:lpstr>
      <vt:lpstr>Topic Clustering</vt:lpstr>
      <vt:lpstr>Backbone Graph Building</vt:lpstr>
      <vt:lpstr>Backbone Graph</vt:lpstr>
      <vt:lpstr>Authors Overlap</vt:lpstr>
      <vt:lpstr>Indicators</vt:lpstr>
      <vt:lpstr>Indicators Coefficients with IO Label</vt:lpstr>
      <vt:lpstr>Correlations Among Indicators</vt:lpstr>
      <vt:lpstr>Information Gain</vt:lpstr>
      <vt:lpstr>Indicators Information Gain</vt:lpstr>
      <vt:lpstr>Indicators Information 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318</cp:revision>
  <dcterms:created xsi:type="dcterms:W3CDTF">2021-05-04T15:24:24Z</dcterms:created>
  <dcterms:modified xsi:type="dcterms:W3CDTF">2026-02-12T13:12:07Z</dcterms:modified>
</cp:coreProperties>
</file>