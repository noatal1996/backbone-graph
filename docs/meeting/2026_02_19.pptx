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1574" r:id="rId2"/>
    <p:sldId id="1581" r:id="rId3"/>
    <p:sldId id="1580" r:id="rId4"/>
    <p:sldId id="1577" r:id="rId5"/>
    <p:sldId id="1582" r:id="rId6"/>
    <p:sldId id="1583" r:id="rId7"/>
    <p:sldId id="1575" r:id="rId8"/>
    <p:sldId id="1576" r:id="rId9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581"/>
            <p14:sldId id="1580"/>
            <p14:sldId id="1577"/>
            <p14:sldId id="1582"/>
            <p14:sldId id="1583"/>
            <p14:sldId id="1575"/>
            <p14:sldId id="15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377"/>
    <a:srgbClr val="F59120"/>
    <a:srgbClr val="FF4343"/>
    <a:srgbClr val="548235"/>
    <a:srgbClr val="009DBB"/>
    <a:srgbClr val="0688BA"/>
    <a:srgbClr val="005488"/>
    <a:srgbClr val="006189"/>
    <a:srgbClr val="5D5D5F"/>
    <a:srgbClr val="FE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155" d="100"/>
          <a:sy n="155" d="100"/>
        </p:scale>
        <p:origin x="43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חן פרידמן" userId="bcd6e6b1-6b56-4e54-af8d-4432b359a0fe" providerId="ADAL" clId="{ACE5DC10-28ED-45B3-AF90-6C4947596268}"/>
    <pc:docChg chg="undo custSel addSld delSld modSld sldOrd">
      <pc:chgData name="חן פרידמן" userId="bcd6e6b1-6b56-4e54-af8d-4432b359a0fe" providerId="ADAL" clId="{ACE5DC10-28ED-45B3-AF90-6C4947596268}" dt="2025-12-21T11:51:30.649" v="225" actId="20577"/>
      <pc:docMkLst>
        <pc:docMk/>
      </pc:docMkLst>
      <pc:sldChg chg="modSp">
        <pc:chgData name="חן פרידמן" userId="bcd6e6b1-6b56-4e54-af8d-4432b359a0fe" providerId="ADAL" clId="{ACE5DC10-28ED-45B3-AF90-6C4947596268}" dt="2025-12-21T11:14:02.598" v="49" actId="20577"/>
        <pc:sldMkLst>
          <pc:docMk/>
          <pc:sldMk cId="132160383" sldId="1574"/>
        </pc:sldMkLst>
        <pc:spChg chg="mod">
          <ac:chgData name="חן פרידמן" userId="bcd6e6b1-6b56-4e54-af8d-4432b359a0fe" providerId="ADAL" clId="{ACE5DC10-28ED-45B3-AF90-6C4947596268}" dt="2025-12-21T11:14:02.598" v="49" actId="20577"/>
          <ac:spMkLst>
            <pc:docMk/>
            <pc:sldMk cId="132160383" sldId="1574"/>
            <ac:spMk id="6" creationId="{B553B468-8035-4F27-9A10-D7A4E7C759F1}"/>
          </ac:spMkLst>
        </pc:spChg>
      </pc:sldChg>
      <pc:sldChg chg="del">
        <pc:chgData name="חן פרידמן" userId="bcd6e6b1-6b56-4e54-af8d-4432b359a0fe" providerId="ADAL" clId="{ACE5DC10-28ED-45B3-AF90-6C4947596268}" dt="2025-12-21T11:12:08.976" v="4" actId="2696"/>
        <pc:sldMkLst>
          <pc:docMk/>
          <pc:sldMk cId="3172543812" sldId="1667"/>
        </pc:sldMkLst>
      </pc:sldChg>
      <pc:sldChg chg="addSp delSp modSp add">
        <pc:chgData name="חן פרידמן" userId="bcd6e6b1-6b56-4e54-af8d-4432b359a0fe" providerId="ADAL" clId="{ACE5DC10-28ED-45B3-AF90-6C4947596268}" dt="2025-12-21T11:12:25.273" v="15" actId="478"/>
        <pc:sldMkLst>
          <pc:docMk/>
          <pc:sldMk cId="2570145380" sldId="1668"/>
        </pc:sldMkLst>
        <pc:spChg chg="del">
          <ac:chgData name="חן פרידמן" userId="bcd6e6b1-6b56-4e54-af8d-4432b359a0fe" providerId="ADAL" clId="{ACE5DC10-28ED-45B3-AF90-6C4947596268}" dt="2025-12-21T11:12:25.273" v="15" actId="478"/>
          <ac:spMkLst>
            <pc:docMk/>
            <pc:sldMk cId="2570145380" sldId="1668"/>
            <ac:spMk id="2" creationId="{611C8480-7996-425D-8334-60680BA9CF3A}"/>
          </ac:spMkLst>
        </pc:spChg>
        <pc:spChg chg="del mod">
          <ac:chgData name="חן פרידמן" userId="bcd6e6b1-6b56-4e54-af8d-4432b359a0fe" providerId="ADAL" clId="{ACE5DC10-28ED-45B3-AF90-6C4947596268}" dt="2025-12-21T11:12:06.714" v="3"/>
          <ac:spMkLst>
            <pc:docMk/>
            <pc:sldMk cId="2570145380" sldId="1668"/>
            <ac:spMk id="3" creationId="{EDAF9AAB-1EED-42C4-960F-4BF899666680}"/>
          </ac:spMkLst>
        </pc:spChg>
        <pc:picChg chg="add mod">
          <ac:chgData name="חן פרידמן" userId="bcd6e6b1-6b56-4e54-af8d-4432b359a0fe" providerId="ADAL" clId="{ACE5DC10-28ED-45B3-AF90-6C4947596268}" dt="2025-12-21T11:12:24.136" v="14" actId="1076"/>
          <ac:picMkLst>
            <pc:docMk/>
            <pc:sldMk cId="2570145380" sldId="1668"/>
            <ac:picMk id="6" creationId="{2F133023-E1FA-4D9A-A1DB-DDDFD4905063}"/>
          </ac:picMkLst>
        </pc:picChg>
        <pc:picChg chg="add del mod">
          <ac:chgData name="חן פרידמן" userId="bcd6e6b1-6b56-4e54-af8d-4432b359a0fe" providerId="ADAL" clId="{ACE5DC10-28ED-45B3-AF90-6C4947596268}" dt="2025-12-21T11:12:22.136" v="13" actId="478"/>
          <ac:picMkLst>
            <pc:docMk/>
            <pc:sldMk cId="2570145380" sldId="1668"/>
            <ac:picMk id="8" creationId="{7BFC025C-0ED8-410B-B11F-6AAC0560BCE9}"/>
          </ac:picMkLst>
        </pc:picChg>
        <pc:picChg chg="add del mod">
          <ac:chgData name="חן פרידמן" userId="bcd6e6b1-6b56-4e54-af8d-4432b359a0fe" providerId="ADAL" clId="{ACE5DC10-28ED-45B3-AF90-6C4947596268}" dt="2025-12-21T11:12:20.713" v="12" actId="478"/>
          <ac:picMkLst>
            <pc:docMk/>
            <pc:sldMk cId="2570145380" sldId="1668"/>
            <ac:picMk id="10" creationId="{E61A6B70-CAD7-4BDA-B50A-47009B4E9FE3}"/>
          </ac:picMkLst>
        </pc:picChg>
      </pc:sldChg>
      <pc:sldChg chg="del">
        <pc:chgData name="חן פרידמן" userId="bcd6e6b1-6b56-4e54-af8d-4432b359a0fe" providerId="ADAL" clId="{ACE5DC10-28ED-45B3-AF90-6C4947596268}" dt="2025-12-21T11:11:51.180" v="0" actId="2696"/>
        <pc:sldMkLst>
          <pc:docMk/>
          <pc:sldMk cId="3698545494" sldId="1668"/>
        </pc:sldMkLst>
      </pc:sldChg>
      <pc:sldChg chg="add">
        <pc:chgData name="חן פרידמן" userId="bcd6e6b1-6b56-4e54-af8d-4432b359a0fe" providerId="ADAL" clId="{ACE5DC10-28ED-45B3-AF90-6C4947596268}" dt="2025-12-21T11:12:10.511" v="5"/>
        <pc:sldMkLst>
          <pc:docMk/>
          <pc:sldMk cId="3180822841" sldId="1669"/>
        </pc:sldMkLst>
      </pc:sldChg>
      <pc:sldChg chg="addSp delSp modSp add ord">
        <pc:chgData name="חן פרידמן" userId="bcd6e6b1-6b56-4e54-af8d-4432b359a0fe" providerId="ADAL" clId="{ACE5DC10-28ED-45B3-AF90-6C4947596268}" dt="2025-12-21T11:12:19.728" v="11"/>
        <pc:sldMkLst>
          <pc:docMk/>
          <pc:sldMk cId="2758228725" sldId="1670"/>
        </pc:sldMkLst>
        <pc:spChg chg="del">
          <ac:chgData name="חן פרידמן" userId="bcd6e6b1-6b56-4e54-af8d-4432b359a0fe" providerId="ADAL" clId="{ACE5DC10-28ED-45B3-AF90-6C4947596268}" dt="2025-12-21T11:12:16.249" v="9" actId="478"/>
          <ac:spMkLst>
            <pc:docMk/>
            <pc:sldMk cId="2758228725" sldId="1670"/>
            <ac:spMk id="2" creationId="{611C8480-7996-425D-8334-60680BA9CF3A}"/>
          </ac:spMkLst>
        </pc:spChg>
        <pc:spChg chg="add del mod">
          <ac:chgData name="חן פרידמן" userId="bcd6e6b1-6b56-4e54-af8d-4432b359a0fe" providerId="ADAL" clId="{ACE5DC10-28ED-45B3-AF90-6C4947596268}" dt="2025-12-21T11:12:17.702" v="10" actId="478"/>
          <ac:spMkLst>
            <pc:docMk/>
            <pc:sldMk cId="2758228725" sldId="1670"/>
            <ac:spMk id="5" creationId="{E6D37E27-E3B0-495E-9BAE-B828BF003926}"/>
          </ac:spMkLst>
        </pc:spChg>
        <pc:picChg chg="del">
          <ac:chgData name="חן פרידמן" userId="bcd6e6b1-6b56-4e54-af8d-4432b359a0fe" providerId="ADAL" clId="{ACE5DC10-28ED-45B3-AF90-6C4947596268}" dt="2025-12-21T11:12:14.748" v="8" actId="478"/>
          <ac:picMkLst>
            <pc:docMk/>
            <pc:sldMk cId="2758228725" sldId="1670"/>
            <ac:picMk id="6" creationId="{2F133023-E1FA-4D9A-A1DB-DDDFD4905063}"/>
          </ac:picMkLst>
        </pc:picChg>
        <pc:picChg chg="del">
          <ac:chgData name="חן פרידמן" userId="bcd6e6b1-6b56-4e54-af8d-4432b359a0fe" providerId="ADAL" clId="{ACE5DC10-28ED-45B3-AF90-6C4947596268}" dt="2025-12-21T11:12:13.433" v="7" actId="478"/>
          <ac:picMkLst>
            <pc:docMk/>
            <pc:sldMk cId="2758228725" sldId="1670"/>
            <ac:picMk id="10" creationId="{E61A6B70-CAD7-4BDA-B50A-47009B4E9FE3}"/>
          </ac:picMkLst>
        </pc:picChg>
      </pc:sldChg>
      <pc:sldChg chg="addSp delSp modSp add">
        <pc:chgData name="חן פרידמן" userId="bcd6e6b1-6b56-4e54-af8d-4432b359a0fe" providerId="ADAL" clId="{ACE5DC10-28ED-45B3-AF90-6C4947596268}" dt="2025-12-21T11:13:44.014" v="36" actId="1076"/>
        <pc:sldMkLst>
          <pc:docMk/>
          <pc:sldMk cId="1890324457" sldId="1671"/>
        </pc:sldMkLst>
        <pc:spChg chg="del">
          <ac:chgData name="חן פרידמן" userId="bcd6e6b1-6b56-4e54-af8d-4432b359a0fe" providerId="ADAL" clId="{ACE5DC10-28ED-45B3-AF90-6C4947596268}" dt="2025-12-21T11:13:02.776" v="19" actId="478"/>
          <ac:spMkLst>
            <pc:docMk/>
            <pc:sldMk cId="1890324457" sldId="1671"/>
            <ac:spMk id="2" creationId="{4534A598-5C48-4C65-AE5A-E2DB7ACCD4E2}"/>
          </ac:spMkLst>
        </pc:spChg>
        <pc:spChg chg="del">
          <ac:chgData name="חן פרידמן" userId="bcd6e6b1-6b56-4e54-af8d-4432b359a0fe" providerId="ADAL" clId="{ACE5DC10-28ED-45B3-AF90-6C4947596268}" dt="2025-12-21T11:13:01.043" v="18"/>
          <ac:spMkLst>
            <pc:docMk/>
            <pc:sldMk cId="1890324457" sldId="1671"/>
            <ac:spMk id="3" creationId="{5445E6B7-55E5-4ED2-B890-06BB48E5CBE8}"/>
          </ac:spMkLst>
        </pc:spChg>
        <pc:spChg chg="add">
          <ac:chgData name="חן פרידמן" userId="bcd6e6b1-6b56-4e54-af8d-4432b359a0fe" providerId="ADAL" clId="{ACE5DC10-28ED-45B3-AF90-6C4947596268}" dt="2025-12-21T11:12:49.162" v="17"/>
          <ac:spMkLst>
            <pc:docMk/>
            <pc:sldMk cId="1890324457" sldId="1671"/>
            <ac:spMk id="5" creationId="{5A237CFF-B177-42ED-BEA5-BC519A06AD66}"/>
          </ac:spMkLst>
        </pc:spChg>
        <pc:picChg chg="add mod">
          <ac:chgData name="חן פרידמן" userId="bcd6e6b1-6b56-4e54-af8d-4432b359a0fe" providerId="ADAL" clId="{ACE5DC10-28ED-45B3-AF90-6C4947596268}" dt="2025-12-21T11:13:44.014" v="36" actId="1076"/>
          <ac:picMkLst>
            <pc:docMk/>
            <pc:sldMk cId="1890324457" sldId="1671"/>
            <ac:picMk id="7" creationId="{BCF6D5A2-3487-41EC-9FB0-B4D22C56DA05}"/>
          </ac:picMkLst>
        </pc:picChg>
        <pc:picChg chg="add mod">
          <ac:chgData name="חן פרידמן" userId="bcd6e6b1-6b56-4e54-af8d-4432b359a0fe" providerId="ADAL" clId="{ACE5DC10-28ED-45B3-AF90-6C4947596268}" dt="2025-12-21T11:13:42.446" v="35" actId="1076"/>
          <ac:picMkLst>
            <pc:docMk/>
            <pc:sldMk cId="1890324457" sldId="1671"/>
            <ac:picMk id="8" creationId="{6456F3BF-855C-4B07-B655-11FA129733AC}"/>
          </ac:picMkLst>
        </pc:picChg>
      </pc:sldChg>
      <pc:sldChg chg="modSp add">
        <pc:chgData name="חן פרידמן" userId="bcd6e6b1-6b56-4e54-af8d-4432b359a0fe" providerId="ADAL" clId="{ACE5DC10-28ED-45B3-AF90-6C4947596268}" dt="2025-12-21T11:23:02.651" v="127" actId="20577"/>
        <pc:sldMkLst>
          <pc:docMk/>
          <pc:sldMk cId="1046037921" sldId="1672"/>
        </pc:sldMkLst>
        <pc:spChg chg="mod">
          <ac:chgData name="חן פרידמן" userId="bcd6e6b1-6b56-4e54-af8d-4432b359a0fe" providerId="ADAL" clId="{ACE5DC10-28ED-45B3-AF90-6C4947596268}" dt="2025-12-21T11:15:09.268" v="67" actId="20577"/>
          <ac:spMkLst>
            <pc:docMk/>
            <pc:sldMk cId="1046037921" sldId="1672"/>
            <ac:spMk id="2" creationId="{C64B55AE-1C64-4DB8-BABF-92DAD5071A9E}"/>
          </ac:spMkLst>
        </pc:spChg>
        <pc:spChg chg="mod">
          <ac:chgData name="חן פרידמן" userId="bcd6e6b1-6b56-4e54-af8d-4432b359a0fe" providerId="ADAL" clId="{ACE5DC10-28ED-45B3-AF90-6C4947596268}" dt="2025-12-21T11:23:02.651" v="127" actId="20577"/>
          <ac:spMkLst>
            <pc:docMk/>
            <pc:sldMk cId="1046037921" sldId="1672"/>
            <ac:spMk id="3" creationId="{1C82B475-3B25-4157-A709-6826BE9F3579}"/>
          </ac:spMkLst>
        </pc:spChg>
      </pc:sldChg>
      <pc:sldChg chg="addSp delSp modSp add del">
        <pc:chgData name="חן פרידמן" userId="bcd6e6b1-6b56-4e54-af8d-4432b359a0fe" providerId="ADAL" clId="{ACE5DC10-28ED-45B3-AF90-6C4947596268}" dt="2025-12-21T11:13:46.877" v="37" actId="2696"/>
        <pc:sldMkLst>
          <pc:docMk/>
          <pc:sldMk cId="3924862743" sldId="1672"/>
        </pc:sldMkLst>
        <pc:spChg chg="del">
          <ac:chgData name="חן פרידמן" userId="bcd6e6b1-6b56-4e54-af8d-4432b359a0fe" providerId="ADAL" clId="{ACE5DC10-28ED-45B3-AF90-6C4947596268}" dt="2025-12-21T11:13:21.215" v="23" actId="478"/>
          <ac:spMkLst>
            <pc:docMk/>
            <pc:sldMk cId="3924862743" sldId="1672"/>
            <ac:spMk id="2" creationId="{6031BB85-E542-4542-A794-C08DBE02854C}"/>
          </ac:spMkLst>
        </pc:spChg>
        <pc:spChg chg="del">
          <ac:chgData name="חן פרידמן" userId="bcd6e6b1-6b56-4e54-af8d-4432b359a0fe" providerId="ADAL" clId="{ACE5DC10-28ED-45B3-AF90-6C4947596268}" dt="2025-12-21T11:13:19.137" v="22"/>
          <ac:spMkLst>
            <pc:docMk/>
            <pc:sldMk cId="3924862743" sldId="1672"/>
            <ac:spMk id="3" creationId="{4D874549-3564-4703-86DA-A74F5158E332}"/>
          </ac:spMkLst>
        </pc:spChg>
        <pc:spChg chg="add mod">
          <ac:chgData name="חן פרידמן" userId="bcd6e6b1-6b56-4e54-af8d-4432b359a0fe" providerId="ADAL" clId="{ACE5DC10-28ED-45B3-AF90-6C4947596268}" dt="2025-12-21T11:13:32.266" v="30"/>
          <ac:spMkLst>
            <pc:docMk/>
            <pc:sldMk cId="3924862743" sldId="1672"/>
            <ac:spMk id="7" creationId="{B4F41F94-C103-43F8-B4D2-AEE75DE07D50}"/>
          </ac:spMkLst>
        </pc:spChg>
        <pc:picChg chg="add del mod">
          <ac:chgData name="חן פרידמן" userId="bcd6e6b1-6b56-4e54-af8d-4432b359a0fe" providerId="ADAL" clId="{ACE5DC10-28ED-45B3-AF90-6C4947596268}" dt="2025-12-21T11:13:32.266" v="30"/>
          <ac:picMkLst>
            <pc:docMk/>
            <pc:sldMk cId="3924862743" sldId="1672"/>
            <ac:picMk id="6" creationId="{2E135506-04B0-4D80-B25C-C23C8A0DBE95}"/>
          </ac:picMkLst>
        </pc:picChg>
      </pc:sldChg>
      <pc:sldChg chg="addSp delSp modSp add">
        <pc:chgData name="חן פרידמן" userId="bcd6e6b1-6b56-4e54-af8d-4432b359a0fe" providerId="ADAL" clId="{ACE5DC10-28ED-45B3-AF90-6C4947596268}" dt="2025-12-21T11:51:30.649" v="225" actId="20577"/>
        <pc:sldMkLst>
          <pc:docMk/>
          <pc:sldMk cId="3651782336" sldId="1673"/>
        </pc:sldMkLst>
        <pc:spChg chg="del">
          <ac:chgData name="חן פרידמן" userId="bcd6e6b1-6b56-4e54-af8d-4432b359a0fe" providerId="ADAL" clId="{ACE5DC10-28ED-45B3-AF90-6C4947596268}" dt="2025-12-21T11:18:20.768" v="107" actId="478"/>
          <ac:spMkLst>
            <pc:docMk/>
            <pc:sldMk cId="3651782336" sldId="1673"/>
            <ac:spMk id="2" creationId="{0FAB2C54-B502-40B6-BC64-213E566F52CA}"/>
          </ac:spMkLst>
        </pc:spChg>
        <pc:spChg chg="del">
          <ac:chgData name="חן פרידמן" userId="bcd6e6b1-6b56-4e54-af8d-4432b359a0fe" providerId="ADAL" clId="{ACE5DC10-28ED-45B3-AF90-6C4947596268}" dt="2025-12-21T11:18:16.551" v="104"/>
          <ac:spMkLst>
            <pc:docMk/>
            <pc:sldMk cId="3651782336" sldId="1673"/>
            <ac:spMk id="3" creationId="{1B2FC6A3-0114-444B-949F-D81FD8FC7496}"/>
          </ac:spMkLst>
        </pc:spChg>
        <pc:spChg chg="add">
          <ac:chgData name="חן פרידמן" userId="bcd6e6b1-6b56-4e54-af8d-4432b359a0fe" providerId="ADAL" clId="{ACE5DC10-28ED-45B3-AF90-6C4947596268}" dt="2025-12-21T11:18:09.333" v="103"/>
          <ac:spMkLst>
            <pc:docMk/>
            <pc:sldMk cId="3651782336" sldId="1673"/>
            <ac:spMk id="5" creationId="{3938DE6C-3A22-4C1B-8315-1389478D26D3}"/>
          </ac:spMkLst>
        </pc:spChg>
        <pc:spChg chg="add del mod">
          <ac:chgData name="חן פרידמן" userId="bcd6e6b1-6b56-4e54-af8d-4432b359a0fe" providerId="ADAL" clId="{ACE5DC10-28ED-45B3-AF90-6C4947596268}" dt="2025-12-21T11:18:19.864" v="106" actId="478"/>
          <ac:spMkLst>
            <pc:docMk/>
            <pc:sldMk cId="3651782336" sldId="1673"/>
            <ac:spMk id="6" creationId="{A22E1544-B20A-4DCE-954A-3CEEC79DE825}"/>
          </ac:spMkLst>
        </pc:spChg>
        <pc:spChg chg="add">
          <ac:chgData name="חן פרידמן" userId="bcd6e6b1-6b56-4e54-af8d-4432b359a0fe" providerId="ADAL" clId="{ACE5DC10-28ED-45B3-AF90-6C4947596268}" dt="2025-12-21T11:18:17.953" v="105"/>
          <ac:spMkLst>
            <pc:docMk/>
            <pc:sldMk cId="3651782336" sldId="1673"/>
            <ac:spMk id="7" creationId="{4C079B29-3544-47A9-9DEF-D9B0BDECDFD2}"/>
          </ac:spMkLst>
        </pc:spChg>
        <pc:spChg chg="add mod">
          <ac:chgData name="חן פרידמן" userId="bcd6e6b1-6b56-4e54-af8d-4432b359a0fe" providerId="ADAL" clId="{ACE5DC10-28ED-45B3-AF90-6C4947596268}" dt="2025-12-21T11:51:30.649" v="225" actId="20577"/>
          <ac:spMkLst>
            <pc:docMk/>
            <pc:sldMk cId="3651782336" sldId="1673"/>
            <ac:spMk id="10" creationId="{5DDAE688-B8B9-4580-BCE1-2616ED9EF69D}"/>
          </ac:spMkLst>
        </pc:spChg>
        <pc:spChg chg="add del mod">
          <ac:chgData name="חן פרידמן" userId="bcd6e6b1-6b56-4e54-af8d-4432b359a0fe" providerId="ADAL" clId="{ACE5DC10-28ED-45B3-AF90-6C4947596268}" dt="2025-12-21T11:22:49.261" v="121" actId="478"/>
          <ac:spMkLst>
            <pc:docMk/>
            <pc:sldMk cId="3651782336" sldId="1673"/>
            <ac:spMk id="11" creationId="{1853392B-CCFB-4CE6-A8D5-707C6A7B69BC}"/>
          </ac:spMkLst>
        </pc:spChg>
        <pc:picChg chg="add mod">
          <ac:chgData name="חן פרידמן" userId="bcd6e6b1-6b56-4e54-af8d-4432b359a0fe" providerId="ADAL" clId="{ACE5DC10-28ED-45B3-AF90-6C4947596268}" dt="2025-12-21T11:19:38.659" v="109" actId="1076"/>
          <ac:picMkLst>
            <pc:docMk/>
            <pc:sldMk cId="3651782336" sldId="1673"/>
            <ac:picMk id="9" creationId="{FEE92867-95D2-4E1E-8C00-88EA64E9635E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1ADD07-83FC-412A-AFCA-54ED7AB8BD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20BF6AF-D097-451B-B004-3E4F0E0AEEB9}">
      <dgm:prSet/>
      <dgm:spPr/>
      <dgm:t>
        <a:bodyPr/>
        <a:lstStyle/>
        <a:p>
          <a:r>
            <a:rPr lang="en-GB" dirty="0"/>
            <a:t>The research begins with the hypothesis that successful information operation </a:t>
          </a:r>
          <a:r>
            <a:rPr lang="en-GB" b="0" dirty="0"/>
            <a:t>drivers</a:t>
          </a:r>
          <a:r>
            <a:rPr lang="en-GB" dirty="0"/>
            <a:t> must </a:t>
          </a:r>
          <a:r>
            <a:rPr lang="en-GB" b="1" dirty="0"/>
            <a:t>lead topic-level discourse </a:t>
          </a:r>
          <a:r>
            <a:rPr lang="en-GB" dirty="0"/>
            <a:t>and act in </a:t>
          </a:r>
          <a:r>
            <a:rPr lang="en-GB" b="1" dirty="0"/>
            <a:t>coordination</a:t>
          </a:r>
          <a:r>
            <a:rPr lang="en-GB" dirty="0"/>
            <a:t> with a network of other drivers. </a:t>
          </a:r>
          <a:endParaRPr lang="en-US" dirty="0"/>
        </a:p>
      </dgm:t>
    </dgm:pt>
    <dgm:pt modelId="{1B3DA8FE-615C-4CAD-AD1A-83C4D5C3B18E}" type="parTrans" cxnId="{C0F4BB65-B1A1-46FC-8E88-C5B7A3B5290C}">
      <dgm:prSet/>
      <dgm:spPr/>
      <dgm:t>
        <a:bodyPr/>
        <a:lstStyle/>
        <a:p>
          <a:endParaRPr lang="en-US"/>
        </a:p>
      </dgm:t>
    </dgm:pt>
    <dgm:pt modelId="{F3538FF5-C72C-4C84-89BC-6ECE192FF4F4}" type="sibTrans" cxnId="{C0F4BB65-B1A1-46FC-8E88-C5B7A3B5290C}">
      <dgm:prSet/>
      <dgm:spPr/>
      <dgm:t>
        <a:bodyPr/>
        <a:lstStyle/>
        <a:p>
          <a:endParaRPr lang="en-US"/>
        </a:p>
      </dgm:t>
    </dgm:pt>
    <dgm:pt modelId="{E39D2ACD-8A0D-4B01-833E-8042ACD0DB54}">
      <dgm:prSet/>
      <dgm:spPr/>
      <dgm:t>
        <a:bodyPr/>
        <a:lstStyle/>
        <a:p>
          <a:r>
            <a:rPr lang="en-GB" dirty="0"/>
            <a:t>We compute a</a:t>
          </a:r>
          <a:r>
            <a:rPr lang="en-GB" b="1" dirty="0"/>
            <a:t> key score </a:t>
          </a:r>
          <a:r>
            <a:rPr lang="en-GB" dirty="0"/>
            <a:t>for each author to quantify topic leadership and construct a </a:t>
          </a:r>
          <a:r>
            <a:rPr lang="en-GB" b="1" dirty="0"/>
            <a:t>backbone graph </a:t>
          </a:r>
          <a:r>
            <a:rPr lang="en-GB" dirty="0"/>
            <a:t>capturing coordination among high-scoring authors. </a:t>
          </a:r>
          <a:endParaRPr lang="en-US" dirty="0"/>
        </a:p>
      </dgm:t>
    </dgm:pt>
    <dgm:pt modelId="{50BCA0A0-F847-40B6-A29A-9E80CAFF435E}" type="parTrans" cxnId="{BCC7FBA5-3595-4076-A26A-50B09B66D361}">
      <dgm:prSet/>
      <dgm:spPr/>
      <dgm:t>
        <a:bodyPr/>
        <a:lstStyle/>
        <a:p>
          <a:endParaRPr lang="en-US"/>
        </a:p>
      </dgm:t>
    </dgm:pt>
    <dgm:pt modelId="{06BACE1A-323F-4E92-90EF-7FB1DEFFCD2C}" type="sibTrans" cxnId="{BCC7FBA5-3595-4076-A26A-50B09B66D361}">
      <dgm:prSet/>
      <dgm:spPr/>
      <dgm:t>
        <a:bodyPr/>
        <a:lstStyle/>
        <a:p>
          <a:endParaRPr lang="en-US"/>
        </a:p>
      </dgm:t>
    </dgm:pt>
    <dgm:pt modelId="{2A8A38E9-53CA-44D5-8DFC-907932863099}">
      <dgm:prSet/>
      <dgm:spPr/>
      <dgm:t>
        <a:bodyPr/>
        <a:lstStyle/>
        <a:p>
          <a:r>
            <a:rPr lang="en-GB" dirty="0"/>
            <a:t>Thus, enables the computation of </a:t>
          </a:r>
          <a:r>
            <a:rPr lang="en-GB" b="1" dirty="0"/>
            <a:t>graph-based indicators </a:t>
          </a:r>
          <a:r>
            <a:rPr lang="en-GB" dirty="0"/>
            <a:t>(e.g., centralities) to identify information operation drivers.</a:t>
          </a:r>
          <a:endParaRPr lang="en-US" dirty="0"/>
        </a:p>
      </dgm:t>
    </dgm:pt>
    <dgm:pt modelId="{1C19421E-9F25-4C69-A119-786E9C23DCF0}" type="parTrans" cxnId="{3ACB8547-BA01-42D1-807F-761232340476}">
      <dgm:prSet/>
      <dgm:spPr/>
      <dgm:t>
        <a:bodyPr/>
        <a:lstStyle/>
        <a:p>
          <a:endParaRPr lang="en-US"/>
        </a:p>
      </dgm:t>
    </dgm:pt>
    <dgm:pt modelId="{DAD72EB5-E415-4649-A88F-D2A6BD457E78}" type="sibTrans" cxnId="{3ACB8547-BA01-42D1-807F-761232340476}">
      <dgm:prSet/>
      <dgm:spPr/>
      <dgm:t>
        <a:bodyPr/>
        <a:lstStyle/>
        <a:p>
          <a:endParaRPr lang="en-US"/>
        </a:p>
      </dgm:t>
    </dgm:pt>
    <dgm:pt modelId="{B49D8D80-4BEC-43F9-8332-FDD107B3F2C9}" type="pres">
      <dgm:prSet presAssocID="{551ADD07-83FC-412A-AFCA-54ED7AB8BDE9}" presName="root" presStyleCnt="0">
        <dgm:presLayoutVars>
          <dgm:dir/>
          <dgm:resizeHandles val="exact"/>
        </dgm:presLayoutVars>
      </dgm:prSet>
      <dgm:spPr/>
    </dgm:pt>
    <dgm:pt modelId="{234596F3-45E6-4A0B-84CB-CD7F1CEC7BB6}" type="pres">
      <dgm:prSet presAssocID="{920BF6AF-D097-451B-B004-3E4F0E0AEEB9}" presName="compNode" presStyleCnt="0"/>
      <dgm:spPr/>
    </dgm:pt>
    <dgm:pt modelId="{2C6B269B-04EF-4B77-8D34-4ED88A9CC619}" type="pres">
      <dgm:prSet presAssocID="{920BF6AF-D097-451B-B004-3E4F0E0AEEB9}" presName="bgRect" presStyleLbl="bgShp" presStyleIdx="0" presStyleCnt="3"/>
      <dgm:spPr/>
    </dgm:pt>
    <dgm:pt modelId="{AB766CAB-60EC-49F0-89A5-002DEB1DC9EC}" type="pres">
      <dgm:prSet presAssocID="{920BF6AF-D097-451B-B004-3E4F0E0AEEB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0B721B38-D226-410F-BAC9-2D888665195E}" type="pres">
      <dgm:prSet presAssocID="{920BF6AF-D097-451B-B004-3E4F0E0AEEB9}" presName="spaceRect" presStyleCnt="0"/>
      <dgm:spPr/>
    </dgm:pt>
    <dgm:pt modelId="{3E637D1C-C465-4876-A83C-04C72BB5E998}" type="pres">
      <dgm:prSet presAssocID="{920BF6AF-D097-451B-B004-3E4F0E0AEEB9}" presName="parTx" presStyleLbl="revTx" presStyleIdx="0" presStyleCnt="3">
        <dgm:presLayoutVars>
          <dgm:chMax val="0"/>
          <dgm:chPref val="0"/>
        </dgm:presLayoutVars>
      </dgm:prSet>
      <dgm:spPr/>
    </dgm:pt>
    <dgm:pt modelId="{A0B18739-A66C-4214-A36E-80ABCD3F56E6}" type="pres">
      <dgm:prSet presAssocID="{F3538FF5-C72C-4C84-89BC-6ECE192FF4F4}" presName="sibTrans" presStyleCnt="0"/>
      <dgm:spPr/>
    </dgm:pt>
    <dgm:pt modelId="{E94B648F-B109-44D3-A362-5A7CD8456848}" type="pres">
      <dgm:prSet presAssocID="{E39D2ACD-8A0D-4B01-833E-8042ACD0DB54}" presName="compNode" presStyleCnt="0"/>
      <dgm:spPr/>
    </dgm:pt>
    <dgm:pt modelId="{02F5843F-E1CD-4550-87C4-36EB26BEC779}" type="pres">
      <dgm:prSet presAssocID="{E39D2ACD-8A0D-4B01-833E-8042ACD0DB54}" presName="bgRect" presStyleLbl="bgShp" presStyleIdx="1" presStyleCnt="3"/>
      <dgm:spPr/>
    </dgm:pt>
    <dgm:pt modelId="{9E158E14-3B86-4CC1-9750-95325F6E3EB0}" type="pres">
      <dgm:prSet presAssocID="{E39D2ACD-8A0D-4B01-833E-8042ACD0DB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F60FB6F8-463F-492D-AC38-859ADB965D33}" type="pres">
      <dgm:prSet presAssocID="{E39D2ACD-8A0D-4B01-833E-8042ACD0DB54}" presName="spaceRect" presStyleCnt="0"/>
      <dgm:spPr/>
    </dgm:pt>
    <dgm:pt modelId="{F428F88E-A70C-48F6-A66B-5274C025ABDE}" type="pres">
      <dgm:prSet presAssocID="{E39D2ACD-8A0D-4B01-833E-8042ACD0DB54}" presName="parTx" presStyleLbl="revTx" presStyleIdx="1" presStyleCnt="3">
        <dgm:presLayoutVars>
          <dgm:chMax val="0"/>
          <dgm:chPref val="0"/>
        </dgm:presLayoutVars>
      </dgm:prSet>
      <dgm:spPr/>
    </dgm:pt>
    <dgm:pt modelId="{F5E726E4-A878-457E-933C-BCEA315CA0C3}" type="pres">
      <dgm:prSet presAssocID="{06BACE1A-323F-4E92-90EF-7FB1DEFFCD2C}" presName="sibTrans" presStyleCnt="0"/>
      <dgm:spPr/>
    </dgm:pt>
    <dgm:pt modelId="{BD3B9828-9F25-45F0-995B-881D686D90DF}" type="pres">
      <dgm:prSet presAssocID="{2A8A38E9-53CA-44D5-8DFC-907932863099}" presName="compNode" presStyleCnt="0"/>
      <dgm:spPr/>
    </dgm:pt>
    <dgm:pt modelId="{85833E2F-A6EA-4B2D-BD32-529530AB4589}" type="pres">
      <dgm:prSet presAssocID="{2A8A38E9-53CA-44D5-8DFC-907932863099}" presName="bgRect" presStyleLbl="bgShp" presStyleIdx="2" presStyleCnt="3"/>
      <dgm:spPr/>
    </dgm:pt>
    <dgm:pt modelId="{847822B6-69AC-4972-8322-EB9ABE8D34B9}" type="pres">
      <dgm:prSet presAssocID="{2A8A38E9-53CA-44D5-8DFC-9079328630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DDA98E99-0ADD-4B53-8FFE-DE6E80B72A59}" type="pres">
      <dgm:prSet presAssocID="{2A8A38E9-53CA-44D5-8DFC-907932863099}" presName="spaceRect" presStyleCnt="0"/>
      <dgm:spPr/>
    </dgm:pt>
    <dgm:pt modelId="{7E1E5A94-5C6C-43EF-91F4-61637B702812}" type="pres">
      <dgm:prSet presAssocID="{2A8A38E9-53CA-44D5-8DFC-90793286309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0F4BB65-B1A1-46FC-8E88-C5B7A3B5290C}" srcId="{551ADD07-83FC-412A-AFCA-54ED7AB8BDE9}" destId="{920BF6AF-D097-451B-B004-3E4F0E0AEEB9}" srcOrd="0" destOrd="0" parTransId="{1B3DA8FE-615C-4CAD-AD1A-83C4D5C3B18E}" sibTransId="{F3538FF5-C72C-4C84-89BC-6ECE192FF4F4}"/>
    <dgm:cxn modelId="{3ACB8547-BA01-42D1-807F-761232340476}" srcId="{551ADD07-83FC-412A-AFCA-54ED7AB8BDE9}" destId="{2A8A38E9-53CA-44D5-8DFC-907932863099}" srcOrd="2" destOrd="0" parTransId="{1C19421E-9F25-4C69-A119-786E9C23DCF0}" sibTransId="{DAD72EB5-E415-4649-A88F-D2A6BD457E78}"/>
    <dgm:cxn modelId="{476DC380-D90B-4963-BA1D-EF004B8DFF9C}" type="presOf" srcId="{2A8A38E9-53CA-44D5-8DFC-907932863099}" destId="{7E1E5A94-5C6C-43EF-91F4-61637B702812}" srcOrd="0" destOrd="0" presId="urn:microsoft.com/office/officeart/2018/2/layout/IconVerticalSolidList"/>
    <dgm:cxn modelId="{BE2D088D-B685-4251-B03A-05C57EA6D1CA}" type="presOf" srcId="{E39D2ACD-8A0D-4B01-833E-8042ACD0DB54}" destId="{F428F88E-A70C-48F6-A66B-5274C025ABDE}" srcOrd="0" destOrd="0" presId="urn:microsoft.com/office/officeart/2018/2/layout/IconVerticalSolidList"/>
    <dgm:cxn modelId="{F98D408E-0BAD-4B33-9130-865164C21D5B}" type="presOf" srcId="{920BF6AF-D097-451B-B004-3E4F0E0AEEB9}" destId="{3E637D1C-C465-4876-A83C-04C72BB5E998}" srcOrd="0" destOrd="0" presId="urn:microsoft.com/office/officeart/2018/2/layout/IconVerticalSolidList"/>
    <dgm:cxn modelId="{BCC7FBA5-3595-4076-A26A-50B09B66D361}" srcId="{551ADD07-83FC-412A-AFCA-54ED7AB8BDE9}" destId="{E39D2ACD-8A0D-4B01-833E-8042ACD0DB54}" srcOrd="1" destOrd="0" parTransId="{50BCA0A0-F847-40B6-A29A-9E80CAFF435E}" sibTransId="{06BACE1A-323F-4E92-90EF-7FB1DEFFCD2C}"/>
    <dgm:cxn modelId="{AAF066BC-CAAA-4763-ADA3-D4F009CCE9A2}" type="presOf" srcId="{551ADD07-83FC-412A-AFCA-54ED7AB8BDE9}" destId="{B49D8D80-4BEC-43F9-8332-FDD107B3F2C9}" srcOrd="0" destOrd="0" presId="urn:microsoft.com/office/officeart/2018/2/layout/IconVerticalSolidList"/>
    <dgm:cxn modelId="{BCE67295-3472-4649-8578-5A2AF0877308}" type="presParOf" srcId="{B49D8D80-4BEC-43F9-8332-FDD107B3F2C9}" destId="{234596F3-45E6-4A0B-84CB-CD7F1CEC7BB6}" srcOrd="0" destOrd="0" presId="urn:microsoft.com/office/officeart/2018/2/layout/IconVerticalSolidList"/>
    <dgm:cxn modelId="{37B27883-AE4D-4F43-AAA9-364B1799A38D}" type="presParOf" srcId="{234596F3-45E6-4A0B-84CB-CD7F1CEC7BB6}" destId="{2C6B269B-04EF-4B77-8D34-4ED88A9CC619}" srcOrd="0" destOrd="0" presId="urn:microsoft.com/office/officeart/2018/2/layout/IconVerticalSolidList"/>
    <dgm:cxn modelId="{1FE31726-CE1A-4FF2-8F3A-3F6A8C1ECB72}" type="presParOf" srcId="{234596F3-45E6-4A0B-84CB-CD7F1CEC7BB6}" destId="{AB766CAB-60EC-49F0-89A5-002DEB1DC9EC}" srcOrd="1" destOrd="0" presId="urn:microsoft.com/office/officeart/2018/2/layout/IconVerticalSolidList"/>
    <dgm:cxn modelId="{D43CBF48-864E-42B2-B4C7-FEFD0C4EA1C1}" type="presParOf" srcId="{234596F3-45E6-4A0B-84CB-CD7F1CEC7BB6}" destId="{0B721B38-D226-410F-BAC9-2D888665195E}" srcOrd="2" destOrd="0" presId="urn:microsoft.com/office/officeart/2018/2/layout/IconVerticalSolidList"/>
    <dgm:cxn modelId="{F2616297-CF9C-4A9F-B438-8A02AF8EA604}" type="presParOf" srcId="{234596F3-45E6-4A0B-84CB-CD7F1CEC7BB6}" destId="{3E637D1C-C465-4876-A83C-04C72BB5E998}" srcOrd="3" destOrd="0" presId="urn:microsoft.com/office/officeart/2018/2/layout/IconVerticalSolidList"/>
    <dgm:cxn modelId="{021E74C0-B682-4A7C-9B3C-80BC6A1A451E}" type="presParOf" srcId="{B49D8D80-4BEC-43F9-8332-FDD107B3F2C9}" destId="{A0B18739-A66C-4214-A36E-80ABCD3F56E6}" srcOrd="1" destOrd="0" presId="urn:microsoft.com/office/officeart/2018/2/layout/IconVerticalSolidList"/>
    <dgm:cxn modelId="{5DD145BE-095B-4298-ADFC-8002C6AAD15E}" type="presParOf" srcId="{B49D8D80-4BEC-43F9-8332-FDD107B3F2C9}" destId="{E94B648F-B109-44D3-A362-5A7CD8456848}" srcOrd="2" destOrd="0" presId="urn:microsoft.com/office/officeart/2018/2/layout/IconVerticalSolidList"/>
    <dgm:cxn modelId="{96C74A1F-B98D-4223-A5E9-7277AE40F887}" type="presParOf" srcId="{E94B648F-B109-44D3-A362-5A7CD8456848}" destId="{02F5843F-E1CD-4550-87C4-36EB26BEC779}" srcOrd="0" destOrd="0" presId="urn:microsoft.com/office/officeart/2018/2/layout/IconVerticalSolidList"/>
    <dgm:cxn modelId="{37551C3B-A61E-40CD-95E6-06EC81BA6221}" type="presParOf" srcId="{E94B648F-B109-44D3-A362-5A7CD8456848}" destId="{9E158E14-3B86-4CC1-9750-95325F6E3EB0}" srcOrd="1" destOrd="0" presId="urn:microsoft.com/office/officeart/2018/2/layout/IconVerticalSolidList"/>
    <dgm:cxn modelId="{5B8E7111-26D5-45A9-A2C9-F67EC4DD4DD7}" type="presParOf" srcId="{E94B648F-B109-44D3-A362-5A7CD8456848}" destId="{F60FB6F8-463F-492D-AC38-859ADB965D33}" srcOrd="2" destOrd="0" presId="urn:microsoft.com/office/officeart/2018/2/layout/IconVerticalSolidList"/>
    <dgm:cxn modelId="{CAAC9538-3BDC-4D91-AC63-E046372345FF}" type="presParOf" srcId="{E94B648F-B109-44D3-A362-5A7CD8456848}" destId="{F428F88E-A70C-48F6-A66B-5274C025ABDE}" srcOrd="3" destOrd="0" presId="urn:microsoft.com/office/officeart/2018/2/layout/IconVerticalSolidList"/>
    <dgm:cxn modelId="{BB8A6ED7-F291-4709-814C-3DFCF74B0B5C}" type="presParOf" srcId="{B49D8D80-4BEC-43F9-8332-FDD107B3F2C9}" destId="{F5E726E4-A878-457E-933C-BCEA315CA0C3}" srcOrd="3" destOrd="0" presId="urn:microsoft.com/office/officeart/2018/2/layout/IconVerticalSolidList"/>
    <dgm:cxn modelId="{193E6BFC-A4A5-4A3B-BE91-424D6674F48E}" type="presParOf" srcId="{B49D8D80-4BEC-43F9-8332-FDD107B3F2C9}" destId="{BD3B9828-9F25-45F0-995B-881D686D90DF}" srcOrd="4" destOrd="0" presId="urn:microsoft.com/office/officeart/2018/2/layout/IconVerticalSolidList"/>
    <dgm:cxn modelId="{605738E7-7BB8-4D55-B283-D6BDF1D1C1C7}" type="presParOf" srcId="{BD3B9828-9F25-45F0-995B-881D686D90DF}" destId="{85833E2F-A6EA-4B2D-BD32-529530AB4589}" srcOrd="0" destOrd="0" presId="urn:microsoft.com/office/officeart/2018/2/layout/IconVerticalSolidList"/>
    <dgm:cxn modelId="{AD77C2DA-7E28-4367-8BE2-3300AC8794C3}" type="presParOf" srcId="{BD3B9828-9F25-45F0-995B-881D686D90DF}" destId="{847822B6-69AC-4972-8322-EB9ABE8D34B9}" srcOrd="1" destOrd="0" presId="urn:microsoft.com/office/officeart/2018/2/layout/IconVerticalSolidList"/>
    <dgm:cxn modelId="{833343CF-0F77-4BD0-9825-DC8C6C39F459}" type="presParOf" srcId="{BD3B9828-9F25-45F0-995B-881D686D90DF}" destId="{DDA98E99-0ADD-4B53-8FFE-DE6E80B72A59}" srcOrd="2" destOrd="0" presId="urn:microsoft.com/office/officeart/2018/2/layout/IconVerticalSolidList"/>
    <dgm:cxn modelId="{C9F44501-FBA1-4F35-B8A0-6554C28CFF8F}" type="presParOf" srcId="{BD3B9828-9F25-45F0-995B-881D686D90DF}" destId="{7E1E5A94-5C6C-43EF-91F4-61637B7028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B269B-04EF-4B77-8D34-4ED88A9CC619}">
      <dsp:nvSpPr>
        <dsp:cNvPr id="0" name=""/>
        <dsp:cNvSpPr/>
      </dsp:nvSpPr>
      <dsp:spPr>
        <a:xfrm>
          <a:off x="0" y="531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66CAB-60EC-49F0-89A5-002DEB1DC9E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37D1C-C465-4876-A83C-04C72BB5E998}">
      <dsp:nvSpPr>
        <dsp:cNvPr id="0" name=""/>
        <dsp:cNvSpPr/>
      </dsp:nvSpPr>
      <dsp:spPr>
        <a:xfrm>
          <a:off x="1435590" y="531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The research begins with the hypothesis that successful information operation </a:t>
          </a:r>
          <a:r>
            <a:rPr lang="en-GB" sz="2300" b="0" kern="1200" dirty="0"/>
            <a:t>drivers</a:t>
          </a:r>
          <a:r>
            <a:rPr lang="en-GB" sz="2300" kern="1200" dirty="0"/>
            <a:t> must </a:t>
          </a:r>
          <a:r>
            <a:rPr lang="en-GB" sz="2300" b="1" kern="1200" dirty="0"/>
            <a:t>lead topic-level discourse </a:t>
          </a:r>
          <a:r>
            <a:rPr lang="en-GB" sz="2300" kern="1200" dirty="0"/>
            <a:t>and act in </a:t>
          </a:r>
          <a:r>
            <a:rPr lang="en-GB" sz="2300" b="1" kern="1200" dirty="0"/>
            <a:t>coordination</a:t>
          </a:r>
          <a:r>
            <a:rPr lang="en-GB" sz="2300" kern="1200" dirty="0"/>
            <a:t> with a network of other drivers. </a:t>
          </a:r>
          <a:endParaRPr lang="en-US" sz="2300" kern="1200" dirty="0"/>
        </a:p>
      </dsp:txBody>
      <dsp:txXfrm>
        <a:off x="1435590" y="531"/>
        <a:ext cx="9147065" cy="1242935"/>
      </dsp:txXfrm>
    </dsp:sp>
    <dsp:sp modelId="{02F5843F-E1CD-4550-87C4-36EB26BEC779}">
      <dsp:nvSpPr>
        <dsp:cNvPr id="0" name=""/>
        <dsp:cNvSpPr/>
      </dsp:nvSpPr>
      <dsp:spPr>
        <a:xfrm>
          <a:off x="0" y="1554201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58E14-3B86-4CC1-9750-95325F6E3EB0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8F88E-A70C-48F6-A66B-5274C025ABDE}">
      <dsp:nvSpPr>
        <dsp:cNvPr id="0" name=""/>
        <dsp:cNvSpPr/>
      </dsp:nvSpPr>
      <dsp:spPr>
        <a:xfrm>
          <a:off x="1435590" y="1554201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We compute a</a:t>
          </a:r>
          <a:r>
            <a:rPr lang="en-GB" sz="2300" b="1" kern="1200" dirty="0"/>
            <a:t> key score </a:t>
          </a:r>
          <a:r>
            <a:rPr lang="en-GB" sz="2300" kern="1200" dirty="0"/>
            <a:t>for each author to quantify topic leadership and construct a </a:t>
          </a:r>
          <a:r>
            <a:rPr lang="en-GB" sz="2300" b="1" kern="1200" dirty="0"/>
            <a:t>backbone graph </a:t>
          </a:r>
          <a:r>
            <a:rPr lang="en-GB" sz="2300" kern="1200" dirty="0"/>
            <a:t>capturing coordination among high-scoring authors. </a:t>
          </a:r>
          <a:endParaRPr lang="en-US" sz="2300" kern="1200" dirty="0"/>
        </a:p>
      </dsp:txBody>
      <dsp:txXfrm>
        <a:off x="1435590" y="1554201"/>
        <a:ext cx="9147065" cy="1242935"/>
      </dsp:txXfrm>
    </dsp:sp>
    <dsp:sp modelId="{85833E2F-A6EA-4B2D-BD32-529530AB4589}">
      <dsp:nvSpPr>
        <dsp:cNvPr id="0" name=""/>
        <dsp:cNvSpPr/>
      </dsp:nvSpPr>
      <dsp:spPr>
        <a:xfrm>
          <a:off x="0" y="3107870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822B6-69AC-4972-8322-EB9ABE8D34B9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E5A94-5C6C-43EF-91F4-61637B702812}">
      <dsp:nvSpPr>
        <dsp:cNvPr id="0" name=""/>
        <dsp:cNvSpPr/>
      </dsp:nvSpPr>
      <dsp:spPr>
        <a:xfrm>
          <a:off x="1435590" y="3107870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Thus, enables the computation of </a:t>
          </a:r>
          <a:r>
            <a:rPr lang="en-GB" sz="2300" b="1" kern="1200" dirty="0"/>
            <a:t>graph-based indicators </a:t>
          </a:r>
          <a:r>
            <a:rPr lang="en-GB" sz="2300" kern="1200" dirty="0"/>
            <a:t>(e.g., centralities) to identify information operation drivers.</a:t>
          </a:r>
          <a:endParaRPr lang="en-US" sz="2300" kern="1200" dirty="0"/>
        </a:p>
      </dsp:txBody>
      <dsp:txXfrm>
        <a:off x="1435590" y="3107870"/>
        <a:ext cx="9147065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9" name="Picture 8" descr="A document with text on it&#10;&#10;AI-generated content may be incorrect.">
            <a:extLst>
              <a:ext uri="{FF2B5EF4-FFF2-40B4-BE49-F238E27FC236}">
                <a16:creationId xmlns:a16="http://schemas.microsoft.com/office/drawing/2014/main" id="{4A6D55D5-DFBA-E0B3-0219-6E4D255B0C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7" t="8796" r="8571" b="78403"/>
          <a:stretch>
            <a:fillRect/>
          </a:stretch>
        </p:blipFill>
        <p:spPr>
          <a:xfrm>
            <a:off x="1072186" y="2463071"/>
            <a:ext cx="10753557" cy="22336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19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56582"/>
            <a:ext cx="5395912" cy="17248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Backbone Graph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08939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19.02.2026</a:t>
            </a:r>
          </a:p>
          <a:p>
            <a:r>
              <a:rPr lang="en-US" dirty="0"/>
              <a:t>Amit Ner Gaon, Noa Tal</a:t>
            </a:r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4D25-02A9-78EB-690B-D93ACC2A9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47FB-3B8E-1F68-D6EB-C3B6C0E7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Core Concepts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68C5A-EA8F-5CB7-FF7C-6442F88D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</a:t>
            </a:fld>
            <a:endParaRPr lang="he-IL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16D549A-CC57-1C2C-A976-5DA7CC5B82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7765470"/>
              </p:ext>
            </p:extLst>
          </p:nvPr>
        </p:nvGraphicFramePr>
        <p:xfrm>
          <a:off x="1243087" y="1825625"/>
          <a:ext cx="1058265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4283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FA5E6-67A6-5CC2-AA8C-8AEBAB88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828567-A0B2-4EE2-B776-601A30421946}"/>
              </a:ext>
            </a:extLst>
          </p:cNvPr>
          <p:cNvSpPr/>
          <p:nvPr/>
        </p:nvSpPr>
        <p:spPr>
          <a:xfrm>
            <a:off x="3978876" y="5369012"/>
            <a:ext cx="2117124" cy="6425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Boost Author Selection</a:t>
            </a:r>
            <a:endParaRPr lang="en-IL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202656-0FAA-3E0A-1841-9E488B105D79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096000" y="4399005"/>
            <a:ext cx="928816" cy="12912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F861B9-33A2-CCAC-A0E0-6075D8434240}"/>
              </a:ext>
            </a:extLst>
          </p:cNvPr>
          <p:cNvSpPr txBox="1"/>
          <p:nvPr/>
        </p:nvSpPr>
        <p:spPr>
          <a:xfrm>
            <a:off x="6499653" y="5066096"/>
            <a:ext cx="1334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Boost workflow to be decided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285258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6C1-AB65-35BD-8133-F3F29DB9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IO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1FA6F-2F61-214E-F20E-E15E3A7E9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b="1" dirty="0"/>
              <a:t>Information Operation (IO):</a:t>
            </a:r>
            <a:r>
              <a:rPr lang="en-GB" dirty="0"/>
              <a:t> A collection of publications produced by a set of actors performing similar or complementary actions in pursuit of a shared intent  while misleading others.</a:t>
            </a:r>
          </a:p>
          <a:p>
            <a:pPr fontAlgn="base"/>
            <a:r>
              <a:rPr lang="en-GB" b="1" dirty="0"/>
              <a:t>IO Driver:</a:t>
            </a:r>
            <a:r>
              <a:rPr lang="en-GB" dirty="0"/>
              <a:t> An account that promotes one or more IO.</a:t>
            </a:r>
          </a:p>
          <a:p>
            <a:pPr fontAlgn="base"/>
            <a:r>
              <a:rPr lang="en-GB" b="1" dirty="0"/>
              <a:t>Author ‘s IO Label:</a:t>
            </a:r>
            <a:r>
              <a:rPr lang="en-GB" dirty="0"/>
              <a:t> label =  1 if the author is a IO Driver and label = 0 if not.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2458-50C9-BF06-3967-CE25C3C3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289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5D21-FEAA-6801-6A47-D72173FC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C365-C8A0-2A99-D1C2-5872EAA4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Key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F7DE5-3E08-EDD2-0E70-2E2FD9E3B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Key Author:</a:t>
            </a:r>
            <a:r>
              <a:rPr lang="en-GB" dirty="0"/>
              <a:t> An author who is a leading participant in one or more topic(s).</a:t>
            </a:r>
          </a:p>
          <a:p>
            <a:r>
              <a:rPr lang="en-GB" b="1" dirty="0"/>
              <a:t>Author-Topic Key Score: </a:t>
            </a:r>
            <a:r>
              <a:rPr lang="en-GB" dirty="0"/>
              <a:t>A measure of how strongly an author is associated with a topic, emphasizing topic-specific content. It is calculated based on the use of topic-related entities (e.g., hashtags, mentions, URLs) in the author’s posts.</a:t>
            </a:r>
            <a:endParaRPr lang="en-GB" b="1" dirty="0"/>
          </a:p>
          <a:p>
            <a:r>
              <a:rPr lang="en-GB" b="1" dirty="0"/>
              <a:t>Author Key Score: </a:t>
            </a:r>
            <a:r>
              <a:rPr lang="en-GB" dirty="0"/>
              <a:t>sum of the </a:t>
            </a:r>
            <a:r>
              <a:rPr lang="en-GB" i="1" dirty="0"/>
              <a:t>Author-Topic Key Score </a:t>
            </a:r>
            <a:r>
              <a:rPr lang="en-GB" dirty="0"/>
              <a:t>across all topics</a:t>
            </a:r>
            <a:r>
              <a:rPr lang="en-GB" i="1" dirty="0"/>
              <a:t>.</a:t>
            </a:r>
          </a:p>
          <a:p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43EF8-3FAF-E450-9AAA-2FA80E8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0370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1453-5316-D9B7-938F-2E71B0F52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4D6C-06E1-D2FD-D6D7-A5B2B115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</a:t>
            </a:r>
            <a:r>
              <a:rPr lang="en-GB" dirty="0"/>
              <a:t>Boost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613BB-A790-CA2A-55AD-2E034BEFF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Boost author:</a:t>
            </a:r>
          </a:p>
          <a:p>
            <a:r>
              <a:rPr lang="en-GB" b="1" dirty="0"/>
              <a:t>Author`s Boost Score: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0B6C7-B0F5-46CB-5DE4-36B539A7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568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B01E5-E339-0213-69E4-B75795308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Venn</a:t>
            </a:r>
            <a:endParaRPr lang="en-IL" dirty="0"/>
          </a:p>
        </p:txBody>
      </p:sp>
      <p:pic>
        <p:nvPicPr>
          <p:cNvPr id="6" name="Content Placeholder 5" descr="A diagram of a number of people&#10;&#10;AI-generated content may be incorrect.">
            <a:extLst>
              <a:ext uri="{FF2B5EF4-FFF2-40B4-BE49-F238E27FC236}">
                <a16:creationId xmlns:a16="http://schemas.microsoft.com/office/drawing/2014/main" id="{3B6BA33B-B733-1446-280A-E092CBA16B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500" y="1881351"/>
            <a:ext cx="5076945" cy="41572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CAB6D-BE3B-52AA-0BBF-D040CE97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  <p:pic>
        <p:nvPicPr>
          <p:cNvPr id="7" name="Content Placeholder 7" descr="A diagram of a number of people&#10;&#10;AI-generated content may be incorrect.">
            <a:extLst>
              <a:ext uri="{FF2B5EF4-FFF2-40B4-BE49-F238E27FC236}">
                <a16:creationId xmlns:a16="http://schemas.microsoft.com/office/drawing/2014/main" id="{D6066C24-CDF2-1558-D94C-F814A4E98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798" y="1881351"/>
            <a:ext cx="5076945" cy="415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91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EA019-FA8A-523F-0575-0BE15485D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4AB6-F6A1-EC88-9A62-D9DF74C03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Venn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B127B-7F38-56CB-ABCA-F71DB0088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  <p:pic>
        <p:nvPicPr>
          <p:cNvPr id="9" name="Picture 8" descr="A diagram of a venn diagram&#10;&#10;AI-generated content may be incorrect.">
            <a:extLst>
              <a:ext uri="{FF2B5EF4-FFF2-40B4-BE49-F238E27FC236}">
                <a16:creationId xmlns:a16="http://schemas.microsoft.com/office/drawing/2014/main" id="{1F304956-97E4-EE42-D104-24E2B8D3D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915" y="1453931"/>
            <a:ext cx="5106170" cy="52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95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11267</TotalTime>
  <Words>271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Backbone Graph</vt:lpstr>
      <vt:lpstr>Core Concepts</vt:lpstr>
      <vt:lpstr>PowerPoint Presentation</vt:lpstr>
      <vt:lpstr>Terms &amp; Definitions - IO</vt:lpstr>
      <vt:lpstr>Terms &amp; Definitions - Key</vt:lpstr>
      <vt:lpstr>Terms &amp; Definitions - Boost</vt:lpstr>
      <vt:lpstr>Venn</vt:lpstr>
      <vt:lpstr>Venn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321</cp:revision>
  <dcterms:created xsi:type="dcterms:W3CDTF">2021-05-04T15:24:24Z</dcterms:created>
  <dcterms:modified xsi:type="dcterms:W3CDTF">2026-02-19T16:02:47Z</dcterms:modified>
</cp:coreProperties>
</file>