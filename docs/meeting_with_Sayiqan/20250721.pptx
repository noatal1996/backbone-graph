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6" r:id="rId4"/>
  </p:sldMasterIdLst>
  <p:notesMasterIdLst>
    <p:notesMasterId r:id="rId17"/>
  </p:notesMasterIdLst>
  <p:sldIdLst>
    <p:sldId id="256" r:id="rId5"/>
    <p:sldId id="293" r:id="rId6"/>
    <p:sldId id="294" r:id="rId7"/>
    <p:sldId id="291" r:id="rId8"/>
    <p:sldId id="292" r:id="rId9"/>
    <p:sldId id="297" r:id="rId10"/>
    <p:sldId id="295" r:id="rId11"/>
    <p:sldId id="296" r:id="rId12"/>
    <p:sldId id="298" r:id="rId13"/>
    <p:sldId id="301" r:id="rId14"/>
    <p:sldId id="299" r:id="rId15"/>
    <p:sldId id="300" r:id="rId16"/>
  </p:sldIdLst>
  <p:sldSz cx="12192000" cy="6858000"/>
  <p:notesSz cx="7104063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269" userDrawn="1">
          <p15:clr>
            <a:srgbClr val="A4A3A4"/>
          </p15:clr>
        </p15:guide>
        <p15:guide id="2" orient="horz" pos="96" userDrawn="1">
          <p15:clr>
            <a:srgbClr val="A4A3A4"/>
          </p15:clr>
        </p15:guide>
        <p15:guide id="3" pos="98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3" roundtripDataSignature="AMtx7mgOMDNlDYUaLeApPIR7XzNL3h6Jy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20B5D12-13E2-6141-FD97-489B6A3F6B4F}" name="Alon Zolfi" initials="AZ" userId="e501af5f392a676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ECF40"/>
    <a:srgbClr val="898989"/>
    <a:srgbClr val="F0F0F0"/>
    <a:srgbClr val="FF5050"/>
    <a:srgbClr val="009DBB"/>
    <a:srgbClr val="62983E"/>
    <a:srgbClr val="CC9B00"/>
    <a:srgbClr val="8FAADC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45" autoAdjust="0"/>
    <p:restoredTop sz="96163" autoAdjust="0"/>
  </p:normalViewPr>
  <p:slideViewPr>
    <p:cSldViewPr snapToGrid="0">
      <p:cViewPr varScale="1">
        <p:scale>
          <a:sx n="75" d="100"/>
          <a:sy n="75" d="100"/>
        </p:scale>
        <p:origin x="1176" y="53"/>
      </p:cViewPr>
      <p:guideLst>
        <p:guide orient="horz" pos="4269"/>
        <p:guide orient="horz" pos="96"/>
        <p:guide pos="9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125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124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123" Type="http://customschemas.google.com/relationships/presentationmetadata" Target="metadata"/><Relationship Id="rId128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27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126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/>
          <a:p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/>
              <a:t>‹#›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9F9E7C-A629-48F1-A50D-4417EB52547D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480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38E6F-2F02-70D4-47BE-6AC3439DF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>
            <a:extLst>
              <a:ext uri="{FF2B5EF4-FFF2-40B4-BE49-F238E27FC236}">
                <a16:creationId xmlns:a16="http://schemas.microsoft.com/office/drawing/2014/main" id="{D701BE9C-1EF1-42AC-80A7-1D8BB8E95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>
            <a:extLst>
              <a:ext uri="{FF2B5EF4-FFF2-40B4-BE49-F238E27FC236}">
                <a16:creationId xmlns:a16="http://schemas.microsoft.com/office/drawing/2014/main" id="{B3E94672-3C4C-97BC-46F1-5B3C974EA9E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>
            <a:extLst>
              <a:ext uri="{FF2B5EF4-FFF2-40B4-BE49-F238E27FC236}">
                <a16:creationId xmlns:a16="http://schemas.microsoft.com/office/drawing/2014/main" id="{E1F5B81A-FEAE-DD7E-9F48-7C1A714A580E}"/>
              </a:ext>
            </a:extLst>
          </p:cNvPr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CA945975-2448-4E18-A2C2-A72B917D14C7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2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52625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D4BB8-B177-EC8B-2F56-A67B9AE2B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>
            <a:extLst>
              <a:ext uri="{FF2B5EF4-FFF2-40B4-BE49-F238E27FC236}">
                <a16:creationId xmlns:a16="http://schemas.microsoft.com/office/drawing/2014/main" id="{DB3A240F-28CF-73BA-A4AE-0C49155D2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>
            <a:extLst>
              <a:ext uri="{FF2B5EF4-FFF2-40B4-BE49-F238E27FC236}">
                <a16:creationId xmlns:a16="http://schemas.microsoft.com/office/drawing/2014/main" id="{B93BD81D-3000-F0AF-4368-5744FF21D14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>
            <a:extLst>
              <a:ext uri="{FF2B5EF4-FFF2-40B4-BE49-F238E27FC236}">
                <a16:creationId xmlns:a16="http://schemas.microsoft.com/office/drawing/2014/main" id="{A9B9B1D3-DB7C-1C74-E99F-33D2D492CD14}"/>
              </a:ext>
            </a:extLst>
          </p:cNvPr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CA945975-2448-4E18-A2C2-A72B917D14C7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3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517667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CA945975-2448-4E18-A2C2-A72B917D14C7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4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14669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44485-0B9B-FB39-C21F-17853BD21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>
            <a:extLst>
              <a:ext uri="{FF2B5EF4-FFF2-40B4-BE49-F238E27FC236}">
                <a16:creationId xmlns:a16="http://schemas.microsoft.com/office/drawing/2014/main" id="{AC726AFC-C4E6-FA33-ACB5-1464CB759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>
            <a:extLst>
              <a:ext uri="{FF2B5EF4-FFF2-40B4-BE49-F238E27FC236}">
                <a16:creationId xmlns:a16="http://schemas.microsoft.com/office/drawing/2014/main" id="{8340057C-8A72-1E82-4454-83DD2C95D38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>
            <a:extLst>
              <a:ext uri="{FF2B5EF4-FFF2-40B4-BE49-F238E27FC236}">
                <a16:creationId xmlns:a16="http://schemas.microsoft.com/office/drawing/2014/main" id="{37411EBE-DEEC-333A-1781-DD6614E79F52}"/>
              </a:ext>
            </a:extLst>
          </p:cNvPr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CA945975-2448-4E18-A2C2-A72B917D14C7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5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819652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9DA49-D903-25FE-497E-270A80300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>
            <a:extLst>
              <a:ext uri="{FF2B5EF4-FFF2-40B4-BE49-F238E27FC236}">
                <a16:creationId xmlns:a16="http://schemas.microsoft.com/office/drawing/2014/main" id="{80D88D44-C179-8A92-1677-7E50E62A7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>
            <a:extLst>
              <a:ext uri="{FF2B5EF4-FFF2-40B4-BE49-F238E27FC236}">
                <a16:creationId xmlns:a16="http://schemas.microsoft.com/office/drawing/2014/main" id="{F072535A-2939-0E48-487A-7E5B7CE43F6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>
            <a:extLst>
              <a:ext uri="{FF2B5EF4-FFF2-40B4-BE49-F238E27FC236}">
                <a16:creationId xmlns:a16="http://schemas.microsoft.com/office/drawing/2014/main" id="{40C04E56-592E-D901-772E-7DDFB7275AA6}"/>
              </a:ext>
            </a:extLst>
          </p:cNvPr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CA945975-2448-4E18-A2C2-A72B917D14C7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6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9501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89BCF-5FF2-EBE3-3F0F-92078BD71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>
            <a:extLst>
              <a:ext uri="{FF2B5EF4-FFF2-40B4-BE49-F238E27FC236}">
                <a16:creationId xmlns:a16="http://schemas.microsoft.com/office/drawing/2014/main" id="{055E53C3-F713-4875-918C-28D256A76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>
            <a:extLst>
              <a:ext uri="{FF2B5EF4-FFF2-40B4-BE49-F238E27FC236}">
                <a16:creationId xmlns:a16="http://schemas.microsoft.com/office/drawing/2014/main" id="{C16A285A-4BD5-8739-57A5-B3542857113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>
            <a:extLst>
              <a:ext uri="{FF2B5EF4-FFF2-40B4-BE49-F238E27FC236}">
                <a16:creationId xmlns:a16="http://schemas.microsoft.com/office/drawing/2014/main" id="{7A7E2B2F-5FEF-2C58-6252-7AAB0EECED44}"/>
              </a:ext>
            </a:extLst>
          </p:cNvPr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CA945975-2448-4E18-A2C2-A72B917D14C7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7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252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F160F-90EF-3B9A-67DD-96E654A40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>
            <a:extLst>
              <a:ext uri="{FF2B5EF4-FFF2-40B4-BE49-F238E27FC236}">
                <a16:creationId xmlns:a16="http://schemas.microsoft.com/office/drawing/2014/main" id="{04F109A5-C0E8-A4E2-515B-171DC3BBA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>
            <a:extLst>
              <a:ext uri="{FF2B5EF4-FFF2-40B4-BE49-F238E27FC236}">
                <a16:creationId xmlns:a16="http://schemas.microsoft.com/office/drawing/2014/main" id="{6C6CC6C6-0B2D-01F5-9BD1-9C356406F51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>
            <a:extLst>
              <a:ext uri="{FF2B5EF4-FFF2-40B4-BE49-F238E27FC236}">
                <a16:creationId xmlns:a16="http://schemas.microsoft.com/office/drawing/2014/main" id="{A935961B-FA60-1360-61B9-A127B2DFBD49}"/>
              </a:ext>
            </a:extLst>
          </p:cNvPr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CA945975-2448-4E18-A2C2-A72B917D14C7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8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939316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38C24-D073-7E1A-21DC-B906E8FE8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>
            <a:extLst>
              <a:ext uri="{FF2B5EF4-FFF2-40B4-BE49-F238E27FC236}">
                <a16:creationId xmlns:a16="http://schemas.microsoft.com/office/drawing/2014/main" id="{5E974F09-402C-3795-E079-DF01CD430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>
            <a:extLst>
              <a:ext uri="{FF2B5EF4-FFF2-40B4-BE49-F238E27FC236}">
                <a16:creationId xmlns:a16="http://schemas.microsoft.com/office/drawing/2014/main" id="{216C7862-7804-E914-637E-A00F875D1E7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>
            <a:extLst>
              <a:ext uri="{FF2B5EF4-FFF2-40B4-BE49-F238E27FC236}">
                <a16:creationId xmlns:a16="http://schemas.microsoft.com/office/drawing/2014/main" id="{9FC2715A-C4E3-B63B-2D67-FF9DC7F56A04}"/>
              </a:ext>
            </a:extLst>
          </p:cNvPr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CA945975-2448-4E18-A2C2-A72B917D14C7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9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32629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2EEDD-F820-41D9-56F0-827D5D69A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>
            <a:extLst>
              <a:ext uri="{FF2B5EF4-FFF2-40B4-BE49-F238E27FC236}">
                <a16:creationId xmlns:a16="http://schemas.microsoft.com/office/drawing/2014/main" id="{3401569C-028B-DC4C-0626-82BB46F47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>
            <a:extLst>
              <a:ext uri="{FF2B5EF4-FFF2-40B4-BE49-F238E27FC236}">
                <a16:creationId xmlns:a16="http://schemas.microsoft.com/office/drawing/2014/main" id="{442948DD-DA49-2A74-6ADF-1ABC4BD773C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>
            <a:extLst>
              <a:ext uri="{FF2B5EF4-FFF2-40B4-BE49-F238E27FC236}">
                <a16:creationId xmlns:a16="http://schemas.microsoft.com/office/drawing/2014/main" id="{2C913212-18E7-FD71-0BB1-D50586329765}"/>
              </a:ext>
            </a:extLst>
          </p:cNvPr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CA945975-2448-4E18-A2C2-A72B917D14C7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10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89156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AF59C-5A9B-9170-5347-1503372F3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>
            <a:extLst>
              <a:ext uri="{FF2B5EF4-FFF2-40B4-BE49-F238E27FC236}">
                <a16:creationId xmlns:a16="http://schemas.microsoft.com/office/drawing/2014/main" id="{1198011C-6830-696F-3A8D-A71AA3579E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>
            <a:extLst>
              <a:ext uri="{FF2B5EF4-FFF2-40B4-BE49-F238E27FC236}">
                <a16:creationId xmlns:a16="http://schemas.microsoft.com/office/drawing/2014/main" id="{87011F86-2EF8-7B16-4349-201BA767156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>
            <a:extLst>
              <a:ext uri="{FF2B5EF4-FFF2-40B4-BE49-F238E27FC236}">
                <a16:creationId xmlns:a16="http://schemas.microsoft.com/office/drawing/2014/main" id="{B83620BB-7E98-D52E-68EE-B27B62C2905C}"/>
              </a:ext>
            </a:extLst>
          </p:cNvPr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CA945975-2448-4E18-A2C2-A72B917D14C7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11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670476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61547-BD96-2DE4-3800-A2F8EA15C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>
            <a:extLst>
              <a:ext uri="{FF2B5EF4-FFF2-40B4-BE49-F238E27FC236}">
                <a16:creationId xmlns:a16="http://schemas.microsoft.com/office/drawing/2014/main" id="{FE7F99CD-B582-E350-07A1-A46D0A2FF8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>
            <a:extLst>
              <a:ext uri="{FF2B5EF4-FFF2-40B4-BE49-F238E27FC236}">
                <a16:creationId xmlns:a16="http://schemas.microsoft.com/office/drawing/2014/main" id="{428FCE43-A85B-A14D-F57D-25B649190D5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>
            <a:extLst>
              <a:ext uri="{FF2B5EF4-FFF2-40B4-BE49-F238E27FC236}">
                <a16:creationId xmlns:a16="http://schemas.microsoft.com/office/drawing/2014/main" id="{2DC79043-3D31-B263-B80B-AD7E29071728}"/>
              </a:ext>
            </a:extLst>
          </p:cNvPr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CA945975-2448-4E18-A2C2-A72B917D14C7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12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08525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13734-3C5F-473D-9DD6-0C484ADF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3CA8-2E63-412C-AA06-0D760EBE5965}" type="datetime8">
              <a:rPr lang="he-IL" smtClean="0"/>
              <a:t>20 יולי 25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48D2E8-A18C-4B06-AF11-07B4F9C5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7CBE2-2F2D-43B9-8BC3-25BA1DDA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4284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865520" y="135396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1865520" y="3819524"/>
            <a:ext cx="9142560" cy="1762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91AC96F7-F8C6-4046-8A0D-FD31126D620D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‹#›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A04D64-570C-4682-A126-1A707242455E}" type="datetime8">
              <a:rPr kumimoji="0" lang="he-IL" sz="1400" b="0" i="0" u="none" strike="noStrike" kern="1200" cap="none" spc="-1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20 יולי 25</a:t>
            </a:fld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981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1D757-100C-22CB-99BB-3E5C64E5F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5B4BDA-EB56-7AC2-5935-5A1235129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5D1C-C98B-44F5-AB2A-FEE3E85D0A94}" type="datetime8">
              <a:rPr lang="he-IL" smtClean="0"/>
              <a:t>20 יולי 25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0EFC1B-84BC-A694-2C4F-920288338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6BB759-4731-4D1A-9DE4-659716BC9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29407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923D8D3-8A0C-C0C3-56AC-19EAA8349DAE}"/>
              </a:ext>
            </a:extLst>
          </p:cNvPr>
          <p:cNvSpPr/>
          <p:nvPr userDrawn="1"/>
        </p:nvSpPr>
        <p:spPr>
          <a:xfrm>
            <a:off x="7411975" y="152400"/>
            <a:ext cx="4669851" cy="6603844"/>
          </a:xfrm>
          <a:prstGeom prst="rect">
            <a:avLst/>
          </a:prstGeom>
          <a:noFill/>
          <a:ln w="28575">
            <a:gradFill>
              <a:gsLst>
                <a:gs pos="3000">
                  <a:srgbClr val="C00000"/>
                </a:gs>
                <a:gs pos="100000">
                  <a:srgbClr val="00B050"/>
                </a:gs>
              </a:gsLst>
              <a:lin ang="13800000" scaled="0"/>
            </a:gra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srgbClr val="3E8853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9972F7-A50D-69FC-87EB-71773741BDD0}"/>
              </a:ext>
            </a:extLst>
          </p:cNvPr>
          <p:cNvSpPr/>
          <p:nvPr userDrawn="1"/>
        </p:nvSpPr>
        <p:spPr>
          <a:xfrm>
            <a:off x="152099" y="158536"/>
            <a:ext cx="7178079" cy="532786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srgbClr val="3E8853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  <a:sym typeface="Arial"/>
            </a:endParaRPr>
          </a:p>
        </p:txBody>
      </p:sp>
      <p:pic>
        <p:nvPicPr>
          <p:cNvPr id="10" name="Graphic 9" descr="Head with gears with solid fill">
            <a:extLst>
              <a:ext uri="{FF2B5EF4-FFF2-40B4-BE49-F238E27FC236}">
                <a16:creationId xmlns:a16="http://schemas.microsoft.com/office/drawing/2014/main" id="{C1452FC5-77A6-3721-CDB7-1520ED45E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93121" y="4730858"/>
            <a:ext cx="737057" cy="73705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5F85C8E-67E1-69B7-E67F-E2C18691CFA6}"/>
              </a:ext>
            </a:extLst>
          </p:cNvPr>
          <p:cNvSpPr/>
          <p:nvPr userDrawn="1"/>
        </p:nvSpPr>
        <p:spPr>
          <a:xfrm>
            <a:off x="152099" y="5574992"/>
            <a:ext cx="7178079" cy="1187348"/>
          </a:xfrm>
          <a:prstGeom prst="rect">
            <a:avLst/>
          </a:prstGeom>
          <a:noFill/>
          <a:ln w="28575">
            <a:solidFill>
              <a:srgbClr val="0070C0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srgbClr val="3E8853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  <a:sym typeface="Arial"/>
            </a:endParaRPr>
          </a:p>
        </p:txBody>
      </p:sp>
      <p:pic>
        <p:nvPicPr>
          <p:cNvPr id="13" name="Graphic 12" descr="Head with gears with solid fill">
            <a:extLst>
              <a:ext uri="{FF2B5EF4-FFF2-40B4-BE49-F238E27FC236}">
                <a16:creationId xmlns:a16="http://schemas.microsoft.com/office/drawing/2014/main" id="{B95C30EF-CD67-F660-BE78-811B1464BB9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5511" y="6017756"/>
            <a:ext cx="737057" cy="737057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B3D9F80-31D8-B989-15EF-E17CC1CBEE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238" y="5551059"/>
            <a:ext cx="6442075" cy="1203754"/>
          </a:xfrm>
        </p:spPr>
        <p:txBody>
          <a:bodyPr>
            <a:normAutofit/>
          </a:bodyPr>
          <a:lstStyle>
            <a:lvl1pPr>
              <a:defRPr sz="1600" b="0" i="0" baseline="0">
                <a:latin typeface="Calibri" panose="020F0502020204030204" pitchFamily="34" charset="0"/>
              </a:defRPr>
            </a:lvl1pPr>
            <a:lvl2pPr marL="685800" indent="-228600">
              <a:buSzPct val="75000"/>
              <a:buFont typeface="Courier New" panose="02070309020205020404" pitchFamily="49" charset="0"/>
              <a:buChar char="o"/>
              <a:defRPr sz="1600" baseline="0">
                <a:latin typeface="Calibri" panose="020F0502020204030204" pitchFamily="34" charset="0"/>
              </a:defRPr>
            </a:lvl2pPr>
            <a:lvl3pPr>
              <a:defRPr sz="1600" baseline="0">
                <a:latin typeface="Calibri" panose="020F0502020204030204" pitchFamily="34" charset="0"/>
              </a:defRPr>
            </a:lvl3pPr>
            <a:lvl4pPr>
              <a:defRPr sz="1600" baseline="0">
                <a:latin typeface="Calibri" panose="020F0502020204030204" pitchFamily="34" charset="0"/>
              </a:defRPr>
            </a:lvl4pPr>
            <a:lvl5pPr>
              <a:defRPr sz="1600" baseline="0">
                <a:latin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L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78A51A85-58C7-E884-8F85-6E2672CAEA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238" y="277813"/>
            <a:ext cx="6442075" cy="4508500"/>
          </a:xfrm>
        </p:spPr>
        <p:txBody>
          <a:bodyPr>
            <a:normAutofit/>
          </a:bodyPr>
          <a:lstStyle>
            <a:lvl1pPr>
              <a:defRPr sz="1600" b="0" i="0" baseline="0">
                <a:latin typeface="Calibri" panose="020F0502020204030204" pitchFamily="34" charset="0"/>
              </a:defRPr>
            </a:lvl1pPr>
            <a:lvl2pPr marL="685800" indent="-228600">
              <a:buSzPct val="75000"/>
              <a:buFont typeface="Courier New" panose="02070309020205020404" pitchFamily="49" charset="0"/>
              <a:buChar char="o"/>
              <a:defRPr sz="1600" baseline="0">
                <a:latin typeface="Calibri" panose="020F0502020204030204" pitchFamily="34" charset="0"/>
              </a:defRPr>
            </a:lvl2pPr>
            <a:lvl3pPr>
              <a:defRPr sz="1600" baseline="0">
                <a:latin typeface="Calibri" panose="020F0502020204030204" pitchFamily="34" charset="0"/>
              </a:defRPr>
            </a:lvl3pPr>
            <a:lvl4pPr>
              <a:defRPr sz="1600" baseline="0">
                <a:latin typeface="Calibri" panose="020F0502020204030204" pitchFamily="34" charset="0"/>
              </a:defRPr>
            </a:lvl4pPr>
            <a:lvl5pPr>
              <a:defRPr sz="1600" baseline="0">
                <a:latin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L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9E55B804-7954-4EBA-7840-915BA3A86F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512050" y="277813"/>
            <a:ext cx="4430713" cy="4238625"/>
          </a:xfrm>
        </p:spPr>
        <p:txBody>
          <a:bodyPr>
            <a:normAutofit/>
          </a:bodyPr>
          <a:lstStyle>
            <a:lvl1pPr>
              <a:defRPr sz="1600" b="1" i="0" baseline="0">
                <a:latin typeface="Calibri" panose="020F0502020204030204" pitchFamily="34" charset="0"/>
              </a:defRPr>
            </a:lvl1pPr>
            <a:lvl2pPr marL="685800" indent="-228600">
              <a:buSzPct val="75000"/>
              <a:buFont typeface="Courier New" panose="02070309020205020404" pitchFamily="49" charset="0"/>
              <a:buChar char="o"/>
              <a:defRPr sz="1600" baseline="0">
                <a:latin typeface="Calibri" panose="020F0502020204030204" pitchFamily="34" charset="0"/>
              </a:defRPr>
            </a:lvl2pPr>
            <a:lvl3pPr>
              <a:defRPr sz="1600" baseline="0">
                <a:latin typeface="Calibri" panose="020F0502020204030204" pitchFamily="34" charset="0"/>
              </a:defRPr>
            </a:lvl3pPr>
            <a:lvl4pPr>
              <a:defRPr sz="1600" baseline="0">
                <a:latin typeface="Calibri" panose="020F0502020204030204" pitchFamily="34" charset="0"/>
              </a:defRPr>
            </a:lvl4pPr>
            <a:lvl5pPr>
              <a:defRPr sz="1600" baseline="0">
                <a:latin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L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4C1DC00-862C-F13F-6746-C54A3CC153C3}"/>
              </a:ext>
            </a:extLst>
          </p:cNvPr>
          <p:cNvGrpSpPr/>
          <p:nvPr userDrawn="1"/>
        </p:nvGrpSpPr>
        <p:grpSpPr>
          <a:xfrm>
            <a:off x="11533068" y="3977076"/>
            <a:ext cx="508875" cy="545520"/>
            <a:chOff x="11554140" y="6215230"/>
            <a:chExt cx="508875" cy="545520"/>
          </a:xfrm>
        </p:grpSpPr>
        <p:sp>
          <p:nvSpPr>
            <p:cNvPr id="36" name="Freeform: Shape 92">
              <a:extLst>
                <a:ext uri="{FF2B5EF4-FFF2-40B4-BE49-F238E27FC236}">
                  <a16:creationId xmlns:a16="http://schemas.microsoft.com/office/drawing/2014/main" id="{6FA5ABCE-8A0B-5FC6-353F-DD4E97CD8FA4}"/>
                </a:ext>
              </a:extLst>
            </p:cNvPr>
            <p:cNvSpPr/>
            <p:nvPr userDrawn="1"/>
          </p:nvSpPr>
          <p:spPr>
            <a:xfrm>
              <a:off x="11554140" y="6215230"/>
              <a:ext cx="508875" cy="545520"/>
            </a:xfrm>
            <a:custGeom>
              <a:avLst/>
              <a:gdLst>
                <a:gd name="connsiteX0" fmla="*/ 345650 w 522312"/>
                <a:gd name="connsiteY0" fmla="*/ 151250 h 619588"/>
                <a:gd name="connsiteX1" fmla="*/ 326455 w 522312"/>
                <a:gd name="connsiteY1" fmla="*/ 160463 h 619588"/>
                <a:gd name="connsiteX2" fmla="*/ 318778 w 522312"/>
                <a:gd name="connsiteY2" fmla="*/ 177354 h 619588"/>
                <a:gd name="connsiteX3" fmla="*/ 325688 w 522312"/>
                <a:gd name="connsiteY3" fmla="*/ 197316 h 619588"/>
                <a:gd name="connsiteX4" fmla="*/ 310332 w 522312"/>
                <a:gd name="connsiteY4" fmla="*/ 212672 h 619588"/>
                <a:gd name="connsiteX5" fmla="*/ 290370 w 522312"/>
                <a:gd name="connsiteY5" fmla="*/ 205762 h 619588"/>
                <a:gd name="connsiteX6" fmla="*/ 273479 w 522312"/>
                <a:gd name="connsiteY6" fmla="*/ 212672 h 619588"/>
                <a:gd name="connsiteX7" fmla="*/ 264266 w 522312"/>
                <a:gd name="connsiteY7" fmla="*/ 231098 h 619588"/>
                <a:gd name="connsiteX8" fmla="*/ 242769 w 522312"/>
                <a:gd name="connsiteY8" fmla="*/ 231098 h 619588"/>
                <a:gd name="connsiteX9" fmla="*/ 233556 w 522312"/>
                <a:gd name="connsiteY9" fmla="*/ 211904 h 619588"/>
                <a:gd name="connsiteX10" fmla="*/ 216665 w 522312"/>
                <a:gd name="connsiteY10" fmla="*/ 204994 h 619588"/>
                <a:gd name="connsiteX11" fmla="*/ 196703 w 522312"/>
                <a:gd name="connsiteY11" fmla="*/ 211904 h 619588"/>
                <a:gd name="connsiteX12" fmla="*/ 181347 w 522312"/>
                <a:gd name="connsiteY12" fmla="*/ 196549 h 619588"/>
                <a:gd name="connsiteX13" fmla="*/ 188257 w 522312"/>
                <a:gd name="connsiteY13" fmla="*/ 176587 h 619588"/>
                <a:gd name="connsiteX14" fmla="*/ 181347 w 522312"/>
                <a:gd name="connsiteY14" fmla="*/ 159696 h 619588"/>
                <a:gd name="connsiteX15" fmla="*/ 162153 w 522312"/>
                <a:gd name="connsiteY15" fmla="*/ 150482 h 619588"/>
                <a:gd name="connsiteX16" fmla="*/ 162153 w 522312"/>
                <a:gd name="connsiteY16" fmla="*/ 128985 h 619588"/>
                <a:gd name="connsiteX17" fmla="*/ 181347 w 522312"/>
                <a:gd name="connsiteY17" fmla="*/ 119772 h 619588"/>
                <a:gd name="connsiteX18" fmla="*/ 188257 w 522312"/>
                <a:gd name="connsiteY18" fmla="*/ 102881 h 619588"/>
                <a:gd name="connsiteX19" fmla="*/ 182115 w 522312"/>
                <a:gd name="connsiteY19" fmla="*/ 82919 h 619588"/>
                <a:gd name="connsiteX20" fmla="*/ 197470 w 522312"/>
                <a:gd name="connsiteY20" fmla="*/ 67564 h 619588"/>
                <a:gd name="connsiteX21" fmla="*/ 217432 w 522312"/>
                <a:gd name="connsiteY21" fmla="*/ 74473 h 619588"/>
                <a:gd name="connsiteX22" fmla="*/ 234323 w 522312"/>
                <a:gd name="connsiteY22" fmla="*/ 67564 h 619588"/>
                <a:gd name="connsiteX23" fmla="*/ 243537 w 522312"/>
                <a:gd name="connsiteY23" fmla="*/ 48369 h 619588"/>
                <a:gd name="connsiteX24" fmla="*/ 265034 w 522312"/>
                <a:gd name="connsiteY24" fmla="*/ 48369 h 619588"/>
                <a:gd name="connsiteX25" fmla="*/ 274247 w 522312"/>
                <a:gd name="connsiteY25" fmla="*/ 66796 h 619588"/>
                <a:gd name="connsiteX26" fmla="*/ 291138 w 522312"/>
                <a:gd name="connsiteY26" fmla="*/ 73706 h 619588"/>
                <a:gd name="connsiteX27" fmla="*/ 311100 w 522312"/>
                <a:gd name="connsiteY27" fmla="*/ 66796 h 619588"/>
                <a:gd name="connsiteX28" fmla="*/ 326455 w 522312"/>
                <a:gd name="connsiteY28" fmla="*/ 82151 h 619588"/>
                <a:gd name="connsiteX29" fmla="*/ 319546 w 522312"/>
                <a:gd name="connsiteY29" fmla="*/ 102113 h 619588"/>
                <a:gd name="connsiteX30" fmla="*/ 326455 w 522312"/>
                <a:gd name="connsiteY30" fmla="*/ 119004 h 619588"/>
                <a:gd name="connsiteX31" fmla="*/ 345650 w 522312"/>
                <a:gd name="connsiteY31" fmla="*/ 128217 h 619588"/>
                <a:gd name="connsiteX32" fmla="*/ 345650 w 522312"/>
                <a:gd name="connsiteY32" fmla="*/ 151250 h 619588"/>
                <a:gd name="connsiteX33" fmla="*/ 248911 w 522312"/>
                <a:gd name="connsiteY33" fmla="*/ 307107 h 619588"/>
                <a:gd name="connsiteX34" fmla="*/ 229717 w 522312"/>
                <a:gd name="connsiteY34" fmla="*/ 316320 h 619588"/>
                <a:gd name="connsiteX35" fmla="*/ 222807 w 522312"/>
                <a:gd name="connsiteY35" fmla="*/ 333211 h 619588"/>
                <a:gd name="connsiteX36" fmla="*/ 228949 w 522312"/>
                <a:gd name="connsiteY36" fmla="*/ 353173 h 619588"/>
                <a:gd name="connsiteX37" fmla="*/ 213594 w 522312"/>
                <a:gd name="connsiteY37" fmla="*/ 368529 h 619588"/>
                <a:gd name="connsiteX38" fmla="*/ 193632 w 522312"/>
                <a:gd name="connsiteY38" fmla="*/ 361619 h 619588"/>
                <a:gd name="connsiteX39" fmla="*/ 176741 w 522312"/>
                <a:gd name="connsiteY39" fmla="*/ 368529 h 619588"/>
                <a:gd name="connsiteX40" fmla="*/ 168295 w 522312"/>
                <a:gd name="connsiteY40" fmla="*/ 386955 h 619588"/>
                <a:gd name="connsiteX41" fmla="*/ 146798 w 522312"/>
                <a:gd name="connsiteY41" fmla="*/ 386955 h 619588"/>
                <a:gd name="connsiteX42" fmla="*/ 137585 w 522312"/>
                <a:gd name="connsiteY42" fmla="*/ 367761 h 619588"/>
                <a:gd name="connsiteX43" fmla="*/ 120694 w 522312"/>
                <a:gd name="connsiteY43" fmla="*/ 360851 h 619588"/>
                <a:gd name="connsiteX44" fmla="*/ 100732 w 522312"/>
                <a:gd name="connsiteY44" fmla="*/ 366993 h 619588"/>
                <a:gd name="connsiteX45" fmla="*/ 85376 w 522312"/>
                <a:gd name="connsiteY45" fmla="*/ 351638 h 619588"/>
                <a:gd name="connsiteX46" fmla="*/ 92286 w 522312"/>
                <a:gd name="connsiteY46" fmla="*/ 331676 h 619588"/>
                <a:gd name="connsiteX47" fmla="*/ 85376 w 522312"/>
                <a:gd name="connsiteY47" fmla="*/ 314785 h 619588"/>
                <a:gd name="connsiteX48" fmla="*/ 66182 w 522312"/>
                <a:gd name="connsiteY48" fmla="*/ 305572 h 619588"/>
                <a:gd name="connsiteX49" fmla="*/ 66182 w 522312"/>
                <a:gd name="connsiteY49" fmla="*/ 284074 h 619588"/>
                <a:gd name="connsiteX50" fmla="*/ 85376 w 522312"/>
                <a:gd name="connsiteY50" fmla="*/ 274861 h 619588"/>
                <a:gd name="connsiteX51" fmla="*/ 92286 w 522312"/>
                <a:gd name="connsiteY51" fmla="*/ 257970 h 619588"/>
                <a:gd name="connsiteX52" fmla="*/ 85376 w 522312"/>
                <a:gd name="connsiteY52" fmla="*/ 238008 h 619588"/>
                <a:gd name="connsiteX53" fmla="*/ 100732 w 522312"/>
                <a:gd name="connsiteY53" fmla="*/ 222653 h 619588"/>
                <a:gd name="connsiteX54" fmla="*/ 120694 w 522312"/>
                <a:gd name="connsiteY54" fmla="*/ 229563 h 619588"/>
                <a:gd name="connsiteX55" fmla="*/ 137585 w 522312"/>
                <a:gd name="connsiteY55" fmla="*/ 222653 h 619588"/>
                <a:gd name="connsiteX56" fmla="*/ 146798 w 522312"/>
                <a:gd name="connsiteY56" fmla="*/ 203458 h 619588"/>
                <a:gd name="connsiteX57" fmla="*/ 169063 w 522312"/>
                <a:gd name="connsiteY57" fmla="*/ 203458 h 619588"/>
                <a:gd name="connsiteX58" fmla="*/ 178276 w 522312"/>
                <a:gd name="connsiteY58" fmla="*/ 222653 h 619588"/>
                <a:gd name="connsiteX59" fmla="*/ 195167 w 522312"/>
                <a:gd name="connsiteY59" fmla="*/ 229563 h 619588"/>
                <a:gd name="connsiteX60" fmla="*/ 215129 w 522312"/>
                <a:gd name="connsiteY60" fmla="*/ 222653 h 619588"/>
                <a:gd name="connsiteX61" fmla="*/ 230484 w 522312"/>
                <a:gd name="connsiteY61" fmla="*/ 238008 h 619588"/>
                <a:gd name="connsiteX62" fmla="*/ 223575 w 522312"/>
                <a:gd name="connsiteY62" fmla="*/ 257970 h 619588"/>
                <a:gd name="connsiteX63" fmla="*/ 230484 w 522312"/>
                <a:gd name="connsiteY63" fmla="*/ 274861 h 619588"/>
                <a:gd name="connsiteX64" fmla="*/ 249679 w 522312"/>
                <a:gd name="connsiteY64" fmla="*/ 284074 h 619588"/>
                <a:gd name="connsiteX65" fmla="*/ 248911 w 522312"/>
                <a:gd name="connsiteY65" fmla="*/ 307107 h 619588"/>
                <a:gd name="connsiteX66" fmla="*/ 248911 w 522312"/>
                <a:gd name="connsiteY66" fmla="*/ 307107 h 619588"/>
                <a:gd name="connsiteX67" fmla="*/ 514559 w 522312"/>
                <a:gd name="connsiteY67" fmla="*/ 335514 h 619588"/>
                <a:gd name="connsiteX68" fmla="*/ 461583 w 522312"/>
                <a:gd name="connsiteY68" fmla="*/ 243382 h 619588"/>
                <a:gd name="connsiteX69" fmla="*/ 461583 w 522312"/>
                <a:gd name="connsiteY69" fmla="*/ 239544 h 619588"/>
                <a:gd name="connsiteX70" fmla="*/ 348721 w 522312"/>
                <a:gd name="connsiteY70" fmla="*/ 32246 h 619588"/>
                <a:gd name="connsiteX71" fmla="*/ 113016 w 522312"/>
                <a:gd name="connsiteY71" fmla="*/ 32246 h 619588"/>
                <a:gd name="connsiteX72" fmla="*/ 154 w 522312"/>
                <a:gd name="connsiteY72" fmla="*/ 239544 h 619588"/>
                <a:gd name="connsiteX73" fmla="*/ 90751 w 522312"/>
                <a:gd name="connsiteY73" fmla="*/ 425343 h 619588"/>
                <a:gd name="connsiteX74" fmla="*/ 90751 w 522312"/>
                <a:gd name="connsiteY74" fmla="*/ 619589 h 619588"/>
                <a:gd name="connsiteX75" fmla="*/ 333365 w 522312"/>
                <a:gd name="connsiteY75" fmla="*/ 619589 h 619588"/>
                <a:gd name="connsiteX76" fmla="*/ 333365 w 522312"/>
                <a:gd name="connsiteY76" fmla="*/ 527456 h 619588"/>
                <a:gd name="connsiteX77" fmla="*/ 370986 w 522312"/>
                <a:gd name="connsiteY77" fmla="*/ 527456 h 619588"/>
                <a:gd name="connsiteX78" fmla="*/ 435478 w 522312"/>
                <a:gd name="connsiteY78" fmla="*/ 500585 h 619588"/>
                <a:gd name="connsiteX79" fmla="*/ 461583 w 522312"/>
                <a:gd name="connsiteY79" fmla="*/ 435324 h 619588"/>
                <a:gd name="connsiteX80" fmla="*/ 461583 w 522312"/>
                <a:gd name="connsiteY80" fmla="*/ 389258 h 619588"/>
                <a:gd name="connsiteX81" fmla="*/ 495364 w 522312"/>
                <a:gd name="connsiteY81" fmla="*/ 389258 h 619588"/>
                <a:gd name="connsiteX82" fmla="*/ 514559 w 522312"/>
                <a:gd name="connsiteY82" fmla="*/ 335514 h 619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522312" h="619588">
                  <a:moveTo>
                    <a:pt x="345650" y="151250"/>
                  </a:moveTo>
                  <a:lnTo>
                    <a:pt x="326455" y="160463"/>
                  </a:lnTo>
                  <a:cubicBezTo>
                    <a:pt x="324920" y="166606"/>
                    <a:pt x="321849" y="171980"/>
                    <a:pt x="318778" y="177354"/>
                  </a:cubicBezTo>
                  <a:lnTo>
                    <a:pt x="325688" y="197316"/>
                  </a:lnTo>
                  <a:lnTo>
                    <a:pt x="310332" y="212672"/>
                  </a:lnTo>
                  <a:lnTo>
                    <a:pt x="290370" y="205762"/>
                  </a:lnTo>
                  <a:cubicBezTo>
                    <a:pt x="284996" y="208833"/>
                    <a:pt x="279622" y="211136"/>
                    <a:pt x="273479" y="212672"/>
                  </a:cubicBezTo>
                  <a:lnTo>
                    <a:pt x="264266" y="231098"/>
                  </a:lnTo>
                  <a:lnTo>
                    <a:pt x="242769" y="231098"/>
                  </a:lnTo>
                  <a:lnTo>
                    <a:pt x="233556" y="211904"/>
                  </a:lnTo>
                  <a:cubicBezTo>
                    <a:pt x="227413" y="210368"/>
                    <a:pt x="222039" y="208065"/>
                    <a:pt x="216665" y="204994"/>
                  </a:cubicBezTo>
                  <a:lnTo>
                    <a:pt x="196703" y="211904"/>
                  </a:lnTo>
                  <a:lnTo>
                    <a:pt x="181347" y="196549"/>
                  </a:lnTo>
                  <a:lnTo>
                    <a:pt x="188257" y="176587"/>
                  </a:lnTo>
                  <a:cubicBezTo>
                    <a:pt x="185186" y="171212"/>
                    <a:pt x="182883" y="165838"/>
                    <a:pt x="181347" y="159696"/>
                  </a:cubicBezTo>
                  <a:lnTo>
                    <a:pt x="162153" y="150482"/>
                  </a:lnTo>
                  <a:lnTo>
                    <a:pt x="162153" y="128985"/>
                  </a:lnTo>
                  <a:lnTo>
                    <a:pt x="181347" y="119772"/>
                  </a:lnTo>
                  <a:cubicBezTo>
                    <a:pt x="182883" y="113630"/>
                    <a:pt x="185186" y="108255"/>
                    <a:pt x="188257" y="102881"/>
                  </a:cubicBezTo>
                  <a:lnTo>
                    <a:pt x="182115" y="82919"/>
                  </a:lnTo>
                  <a:lnTo>
                    <a:pt x="197470" y="67564"/>
                  </a:lnTo>
                  <a:lnTo>
                    <a:pt x="217432" y="74473"/>
                  </a:lnTo>
                  <a:cubicBezTo>
                    <a:pt x="222807" y="71402"/>
                    <a:pt x="228181" y="69099"/>
                    <a:pt x="234323" y="67564"/>
                  </a:cubicBezTo>
                  <a:lnTo>
                    <a:pt x="243537" y="48369"/>
                  </a:lnTo>
                  <a:lnTo>
                    <a:pt x="265034" y="48369"/>
                  </a:lnTo>
                  <a:lnTo>
                    <a:pt x="274247" y="66796"/>
                  </a:lnTo>
                  <a:cubicBezTo>
                    <a:pt x="280389" y="68331"/>
                    <a:pt x="285764" y="70635"/>
                    <a:pt x="291138" y="73706"/>
                  </a:cubicBezTo>
                  <a:lnTo>
                    <a:pt x="311100" y="66796"/>
                  </a:lnTo>
                  <a:lnTo>
                    <a:pt x="326455" y="82151"/>
                  </a:lnTo>
                  <a:lnTo>
                    <a:pt x="319546" y="102113"/>
                  </a:lnTo>
                  <a:cubicBezTo>
                    <a:pt x="322617" y="107487"/>
                    <a:pt x="324920" y="112862"/>
                    <a:pt x="326455" y="119004"/>
                  </a:cubicBezTo>
                  <a:lnTo>
                    <a:pt x="345650" y="128217"/>
                  </a:lnTo>
                  <a:lnTo>
                    <a:pt x="345650" y="151250"/>
                  </a:lnTo>
                  <a:close/>
                  <a:moveTo>
                    <a:pt x="248911" y="307107"/>
                  </a:moveTo>
                  <a:lnTo>
                    <a:pt x="229717" y="316320"/>
                  </a:lnTo>
                  <a:cubicBezTo>
                    <a:pt x="228181" y="322462"/>
                    <a:pt x="225878" y="327837"/>
                    <a:pt x="222807" y="333211"/>
                  </a:cubicBezTo>
                  <a:lnTo>
                    <a:pt x="228949" y="353173"/>
                  </a:lnTo>
                  <a:lnTo>
                    <a:pt x="213594" y="368529"/>
                  </a:lnTo>
                  <a:lnTo>
                    <a:pt x="193632" y="361619"/>
                  </a:lnTo>
                  <a:cubicBezTo>
                    <a:pt x="188257" y="364690"/>
                    <a:pt x="182883" y="366993"/>
                    <a:pt x="176741" y="368529"/>
                  </a:cubicBezTo>
                  <a:lnTo>
                    <a:pt x="168295" y="386955"/>
                  </a:lnTo>
                  <a:lnTo>
                    <a:pt x="146798" y="386955"/>
                  </a:lnTo>
                  <a:lnTo>
                    <a:pt x="137585" y="367761"/>
                  </a:lnTo>
                  <a:cubicBezTo>
                    <a:pt x="131442" y="366225"/>
                    <a:pt x="126068" y="363922"/>
                    <a:pt x="120694" y="360851"/>
                  </a:cubicBezTo>
                  <a:lnTo>
                    <a:pt x="100732" y="366993"/>
                  </a:lnTo>
                  <a:lnTo>
                    <a:pt x="85376" y="351638"/>
                  </a:lnTo>
                  <a:lnTo>
                    <a:pt x="92286" y="331676"/>
                  </a:lnTo>
                  <a:cubicBezTo>
                    <a:pt x="89215" y="326301"/>
                    <a:pt x="86912" y="320927"/>
                    <a:pt x="85376" y="314785"/>
                  </a:cubicBezTo>
                  <a:lnTo>
                    <a:pt x="66182" y="305572"/>
                  </a:lnTo>
                  <a:lnTo>
                    <a:pt x="66182" y="284074"/>
                  </a:lnTo>
                  <a:lnTo>
                    <a:pt x="85376" y="274861"/>
                  </a:lnTo>
                  <a:cubicBezTo>
                    <a:pt x="86912" y="268719"/>
                    <a:pt x="89215" y="263344"/>
                    <a:pt x="92286" y="257970"/>
                  </a:cubicBezTo>
                  <a:lnTo>
                    <a:pt x="85376" y="238008"/>
                  </a:lnTo>
                  <a:lnTo>
                    <a:pt x="100732" y="222653"/>
                  </a:lnTo>
                  <a:lnTo>
                    <a:pt x="120694" y="229563"/>
                  </a:lnTo>
                  <a:cubicBezTo>
                    <a:pt x="126068" y="226491"/>
                    <a:pt x="131442" y="224188"/>
                    <a:pt x="137585" y="222653"/>
                  </a:cubicBezTo>
                  <a:lnTo>
                    <a:pt x="146798" y="203458"/>
                  </a:lnTo>
                  <a:lnTo>
                    <a:pt x="169063" y="203458"/>
                  </a:lnTo>
                  <a:lnTo>
                    <a:pt x="178276" y="222653"/>
                  </a:lnTo>
                  <a:cubicBezTo>
                    <a:pt x="184418" y="224188"/>
                    <a:pt x="189793" y="226491"/>
                    <a:pt x="195167" y="229563"/>
                  </a:cubicBezTo>
                  <a:lnTo>
                    <a:pt x="215129" y="222653"/>
                  </a:lnTo>
                  <a:lnTo>
                    <a:pt x="230484" y="238008"/>
                  </a:lnTo>
                  <a:lnTo>
                    <a:pt x="223575" y="257970"/>
                  </a:lnTo>
                  <a:cubicBezTo>
                    <a:pt x="226646" y="263344"/>
                    <a:pt x="228949" y="268719"/>
                    <a:pt x="230484" y="274861"/>
                  </a:cubicBezTo>
                  <a:lnTo>
                    <a:pt x="249679" y="284074"/>
                  </a:lnTo>
                  <a:lnTo>
                    <a:pt x="248911" y="307107"/>
                  </a:lnTo>
                  <a:lnTo>
                    <a:pt x="248911" y="307107"/>
                  </a:lnTo>
                  <a:close/>
                  <a:moveTo>
                    <a:pt x="514559" y="335514"/>
                  </a:moveTo>
                  <a:lnTo>
                    <a:pt x="461583" y="243382"/>
                  </a:lnTo>
                  <a:lnTo>
                    <a:pt x="461583" y="239544"/>
                  </a:lnTo>
                  <a:cubicBezTo>
                    <a:pt x="464654" y="155089"/>
                    <a:pt x="421659" y="76009"/>
                    <a:pt x="348721" y="32246"/>
                  </a:cubicBezTo>
                  <a:cubicBezTo>
                    <a:pt x="275783" y="-10749"/>
                    <a:pt x="185954" y="-10749"/>
                    <a:pt x="113016" y="32246"/>
                  </a:cubicBezTo>
                  <a:cubicBezTo>
                    <a:pt x="40078" y="75241"/>
                    <a:pt x="-2917" y="155089"/>
                    <a:pt x="154" y="239544"/>
                  </a:cubicBezTo>
                  <a:cubicBezTo>
                    <a:pt x="154" y="312481"/>
                    <a:pt x="33168" y="380813"/>
                    <a:pt x="90751" y="425343"/>
                  </a:cubicBezTo>
                  <a:lnTo>
                    <a:pt x="90751" y="619589"/>
                  </a:lnTo>
                  <a:lnTo>
                    <a:pt x="333365" y="619589"/>
                  </a:lnTo>
                  <a:lnTo>
                    <a:pt x="333365" y="527456"/>
                  </a:lnTo>
                  <a:lnTo>
                    <a:pt x="370986" y="527456"/>
                  </a:lnTo>
                  <a:cubicBezTo>
                    <a:pt x="395555" y="527456"/>
                    <a:pt x="418588" y="517475"/>
                    <a:pt x="435478" y="500585"/>
                  </a:cubicBezTo>
                  <a:cubicBezTo>
                    <a:pt x="452369" y="482926"/>
                    <a:pt x="461583" y="459893"/>
                    <a:pt x="461583" y="435324"/>
                  </a:cubicBezTo>
                  <a:lnTo>
                    <a:pt x="461583" y="389258"/>
                  </a:lnTo>
                  <a:lnTo>
                    <a:pt x="495364" y="389258"/>
                  </a:lnTo>
                  <a:cubicBezTo>
                    <a:pt x="515326" y="386955"/>
                    <a:pt x="532985" y="363922"/>
                    <a:pt x="514559" y="335514"/>
                  </a:cubicBezTo>
                  <a:close/>
                </a:path>
              </a:pathLst>
            </a:custGeom>
            <a:gradFill>
              <a:gsLst>
                <a:gs pos="48000">
                  <a:srgbClr val="62983E"/>
                </a:gs>
                <a:gs pos="55000">
                  <a:srgbClr val="C00000"/>
                </a:gs>
              </a:gsLst>
              <a:lin ang="1800000" scaled="0"/>
            </a:gradFill>
            <a:ln w="7640" cap="flat">
              <a:noFill/>
              <a:prstDash val="solid"/>
              <a:miter/>
            </a:ln>
          </p:spPr>
          <p:txBody>
            <a:bodyPr rtlCol="1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he-IL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C1D1AA7-60FF-E868-78AC-3FFC794300A4}"/>
                </a:ext>
              </a:extLst>
            </p:cNvPr>
            <p:cNvSpPr/>
            <p:nvPr userDrawn="1"/>
          </p:nvSpPr>
          <p:spPr>
            <a:xfrm>
              <a:off x="11773048" y="6311515"/>
              <a:ext cx="58734" cy="58853"/>
            </a:xfrm>
            <a:prstGeom prst="ellipse">
              <a:avLst/>
            </a:prstGeom>
            <a:solidFill>
              <a:srgbClr val="6298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93A43D9-7C2F-EB45-D545-4103EC7CEBA8}"/>
                </a:ext>
              </a:extLst>
            </p:cNvPr>
            <p:cNvSpPr/>
            <p:nvPr userDrawn="1"/>
          </p:nvSpPr>
          <p:spPr>
            <a:xfrm>
              <a:off x="11679143" y="6448520"/>
              <a:ext cx="58734" cy="58853"/>
            </a:xfrm>
            <a:prstGeom prst="ellipse">
              <a:avLst/>
            </a:prstGeom>
            <a:solidFill>
              <a:srgbClr val="6298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40012314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B3D9F80-31D8-B989-15EF-E17CC1CBEE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238" y="5202238"/>
            <a:ext cx="6442075" cy="1552575"/>
          </a:xfrm>
        </p:spPr>
        <p:txBody>
          <a:bodyPr>
            <a:normAutofit/>
          </a:bodyPr>
          <a:lstStyle>
            <a:lvl1pPr>
              <a:defRPr sz="1600" b="0" i="0" baseline="0">
                <a:latin typeface="Calibri" panose="020F0502020204030204" pitchFamily="34" charset="0"/>
              </a:defRPr>
            </a:lvl1pPr>
            <a:lvl2pPr marL="685800" indent="-228600">
              <a:buSzPct val="75000"/>
              <a:buFont typeface="Courier New" panose="02070309020205020404" pitchFamily="49" charset="0"/>
              <a:buChar char="o"/>
              <a:defRPr sz="1600" baseline="0">
                <a:latin typeface="Calibri" panose="020F0502020204030204" pitchFamily="34" charset="0"/>
              </a:defRPr>
            </a:lvl2pPr>
            <a:lvl3pPr>
              <a:defRPr sz="1600" baseline="0">
                <a:latin typeface="Calibri" panose="020F0502020204030204" pitchFamily="34" charset="0"/>
              </a:defRPr>
            </a:lvl3pPr>
            <a:lvl4pPr>
              <a:defRPr sz="1600" baseline="0">
                <a:latin typeface="Calibri" panose="020F0502020204030204" pitchFamily="34" charset="0"/>
              </a:defRPr>
            </a:lvl4pPr>
            <a:lvl5pPr>
              <a:defRPr sz="1600" baseline="0">
                <a:latin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L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78A51A85-58C7-E884-8F85-6E2672CAEA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238" y="277813"/>
            <a:ext cx="6442075" cy="4508500"/>
          </a:xfrm>
        </p:spPr>
        <p:txBody>
          <a:bodyPr>
            <a:normAutofit/>
          </a:bodyPr>
          <a:lstStyle>
            <a:lvl1pPr>
              <a:defRPr sz="1600" b="0" i="0" baseline="0">
                <a:latin typeface="Calibri" panose="020F0502020204030204" pitchFamily="34" charset="0"/>
              </a:defRPr>
            </a:lvl1pPr>
            <a:lvl2pPr marL="685800" indent="-228600">
              <a:buSzPct val="75000"/>
              <a:buFont typeface="Courier New" panose="02070309020205020404" pitchFamily="49" charset="0"/>
              <a:buChar char="o"/>
              <a:defRPr sz="1600" baseline="0">
                <a:latin typeface="Calibri" panose="020F0502020204030204" pitchFamily="34" charset="0"/>
              </a:defRPr>
            </a:lvl2pPr>
            <a:lvl3pPr>
              <a:defRPr sz="1600" baseline="0">
                <a:latin typeface="Calibri" panose="020F0502020204030204" pitchFamily="34" charset="0"/>
              </a:defRPr>
            </a:lvl3pPr>
            <a:lvl4pPr>
              <a:defRPr sz="1600" baseline="0">
                <a:latin typeface="Calibri" panose="020F0502020204030204" pitchFamily="34" charset="0"/>
              </a:defRPr>
            </a:lvl4pPr>
            <a:lvl5pPr>
              <a:defRPr sz="1600" baseline="0">
                <a:latin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L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9E55B804-7954-4EBA-7840-915BA3A86F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512050" y="277813"/>
            <a:ext cx="4430713" cy="6372369"/>
          </a:xfrm>
        </p:spPr>
        <p:txBody>
          <a:bodyPr>
            <a:normAutofit/>
          </a:bodyPr>
          <a:lstStyle>
            <a:lvl1pPr>
              <a:defRPr sz="1600" b="1" i="0" baseline="0">
                <a:latin typeface="Calibri" panose="020F0502020204030204" pitchFamily="34" charset="0"/>
              </a:defRPr>
            </a:lvl1pPr>
            <a:lvl2pPr marL="685800" indent="-228600">
              <a:buSzPct val="75000"/>
              <a:buFont typeface="Courier New" panose="02070309020205020404" pitchFamily="49" charset="0"/>
              <a:buChar char="o"/>
              <a:defRPr sz="1600" baseline="0">
                <a:latin typeface="Calibri" panose="020F0502020204030204" pitchFamily="34" charset="0"/>
              </a:defRPr>
            </a:lvl2pPr>
            <a:lvl3pPr>
              <a:defRPr sz="1600" baseline="0">
                <a:latin typeface="Calibri" panose="020F0502020204030204" pitchFamily="34" charset="0"/>
              </a:defRPr>
            </a:lvl3pPr>
            <a:lvl4pPr>
              <a:defRPr sz="1600" baseline="0">
                <a:latin typeface="Calibri" panose="020F0502020204030204" pitchFamily="34" charset="0"/>
              </a:defRPr>
            </a:lvl4pPr>
            <a:lvl5pPr>
              <a:defRPr sz="1600" baseline="0">
                <a:latin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34999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EDABD8-1012-46AD-89C2-C8E4E06DB9B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33375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9C71F-AAAB-425C-B1EA-7A7182DF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FA75E-5AAA-412B-BAE0-CF5F86B37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0143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198C1-7EB5-4CA4-98A0-2833A18F3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101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65D1C-C98B-44F5-AB2A-FEE3E85D0A94}" type="datetime8">
              <a:rPr lang="he-IL" smtClean="0"/>
              <a:t>20 יולי 25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97CC5-2317-4D8E-8C89-E7B89F4BE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10543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048FF-C291-43F3-A9DD-3B48AE56F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704" y="6476841"/>
            <a:ext cx="4522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4796AD-E6DA-B041-C0B0-01B149D5423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 t="18633" r="19758" b="13675"/>
          <a:stretch>
            <a:fillRect/>
          </a:stretch>
        </p:blipFill>
        <p:spPr>
          <a:xfrm>
            <a:off x="9352102" y="6255622"/>
            <a:ext cx="2506523" cy="56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866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62" r:id="rId4"/>
    <p:sldLayoutId id="2147483670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9DB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0680" cy="685656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2" name="Picture 1" descr="A green object on a black surface&#10;&#10;Description automatically generated with low confidence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47880" y="0"/>
            <a:ext cx="7642800" cy="3655440"/>
          </a:xfrm>
          <a:prstGeom prst="rect">
            <a:avLst/>
          </a:prstGeom>
          <a:ln w="0">
            <a:noFill/>
          </a:ln>
        </p:spPr>
      </p:pic>
      <p:pic>
        <p:nvPicPr>
          <p:cNvPr id="93" name="Picture 9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47880" y="3681360"/>
            <a:ext cx="7642800" cy="3175200"/>
          </a:xfrm>
          <a:prstGeom prst="rect">
            <a:avLst/>
          </a:prstGeom>
          <a:ln w="0">
            <a:noFill/>
          </a:ln>
        </p:spPr>
      </p:pic>
      <p:sp>
        <p:nvSpPr>
          <p:cNvPr id="94" name="Rectangl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2240"/>
            <a:ext cx="12190680" cy="6856560"/>
          </a:xfrm>
          <a:prstGeom prst="rect">
            <a:avLst/>
          </a:prstGeom>
          <a:gradFill rotWithShape="0">
            <a:gsLst>
              <a:gs pos="36000">
                <a:srgbClr val="0D0D0D"/>
              </a:gs>
              <a:gs pos="81000">
                <a:srgbClr val="0D0D0D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1956600"/>
            <a:ext cx="5394600" cy="17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4000" b="0" strike="noStrike" spc="-1" dirty="0">
                <a:solidFill>
                  <a:schemeClr val="lt1"/>
                </a:solidFill>
                <a:latin typeface="Calibri Light"/>
              </a:rPr>
              <a:t>Ba</a:t>
            </a:r>
            <a:r>
              <a:rPr lang="en-US" sz="4000" spc="-1" dirty="0">
                <a:solidFill>
                  <a:schemeClr val="lt1"/>
                </a:solidFill>
                <a:latin typeface="Calibri Light"/>
              </a:rPr>
              <a:t>ckbone-Graph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6" name="Straight Connector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838080" y="3681360"/>
            <a:ext cx="11355120" cy="1440"/>
          </a:xfrm>
          <a:prstGeom prst="straightConnector1">
            <a:avLst/>
          </a:prstGeom>
          <a:ln w="12700">
            <a:solidFill>
              <a:srgbClr val="ED7D31"/>
            </a:solidFill>
            <a:round/>
          </a:ln>
        </p:spPr>
      </p:cxnSp>
      <p:sp>
        <p:nvSpPr>
          <p:cNvPr id="97" name="PlaceHolder 2"/>
          <p:cNvSpPr>
            <a:spLocks noGrp="1"/>
          </p:cNvSpPr>
          <p:nvPr>
            <p:ph type="sldNum" idx="40"/>
          </p:nvPr>
        </p:nvSpPr>
        <p:spPr>
          <a:xfrm>
            <a:off x="10542495" y="6410308"/>
            <a:ext cx="1577788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  <a:defRPr lang="en-US" sz="12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1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A5A8F3B1-4971-4686-9FD0-4C14591E231A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1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1</a:t>
            </a:fld>
            <a:endParaRPr kumimoji="0" lang="en-US" sz="12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98" name="Title 4"/>
          <p:cNvSpPr/>
          <p:nvPr/>
        </p:nvSpPr>
        <p:spPr>
          <a:xfrm>
            <a:off x="908452" y="5352038"/>
            <a:ext cx="4811213" cy="49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kern="1200" dirty="0">
                <a:solidFill>
                  <a:prstClr val="white"/>
                </a:solidFill>
                <a:latin typeface="Calibri" panose="020F0502020204030204"/>
              </a:rPr>
              <a:t>21</a:t>
            </a:r>
            <a:r>
              <a:rPr lang="en-US" sz="2400" kern="1200" dirty="0">
                <a:solidFill>
                  <a:prstClr val="white"/>
                </a:solidFill>
                <a:latin typeface="Calibri" panose="020F0502020204030204"/>
              </a:rPr>
              <a:t>/07/2025</a:t>
            </a:r>
            <a:endParaRPr kumimoji="0" lang="he-IL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581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4091F-4AAF-E5D7-5D98-9ECBFAEE5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>
            <a:extLst>
              <a:ext uri="{FF2B5EF4-FFF2-40B4-BE49-F238E27FC236}">
                <a16:creationId xmlns:a16="http://schemas.microsoft.com/office/drawing/2014/main" id="{66F0DF14-9A36-E869-D519-A840369633AD}"/>
              </a:ext>
            </a:extLst>
          </p:cNvPr>
          <p:cNvSpPr txBox="1">
            <a:spLocks/>
          </p:cNvSpPr>
          <p:nvPr/>
        </p:nvSpPr>
        <p:spPr>
          <a:xfrm>
            <a:off x="3060430" y="392571"/>
            <a:ext cx="6835578" cy="76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buClrTx/>
              <a:tabLst>
                <a:tab pos="0" algn="l"/>
              </a:tabLst>
              <a:defRPr/>
            </a:pPr>
            <a:r>
              <a:rPr lang="en-GB" sz="3600" spc="-1" dirty="0">
                <a:solidFill>
                  <a:srgbClr val="009DBB"/>
                </a:solidFill>
                <a:latin typeface="Arial"/>
              </a:rPr>
              <a:t>List of Extracted Topics</a:t>
            </a:r>
            <a:endParaRPr lang="en-US" sz="3600" spc="-1" dirty="0">
              <a:solidFill>
                <a:srgbClr val="009DBB"/>
              </a:solidFill>
              <a:latin typeface="Arial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CE67448-949D-A5B8-71D9-911A14C89324}"/>
              </a:ext>
            </a:extLst>
          </p:cNvPr>
          <p:cNvSpPr txBox="1">
            <a:spLocks/>
          </p:cNvSpPr>
          <p:nvPr/>
        </p:nvSpPr>
        <p:spPr>
          <a:xfrm>
            <a:off x="11739563" y="6477000"/>
            <a:ext cx="452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  <a:buFontTx/>
              <a:buNone/>
              <a:tabLst>
                <a:tab pos="0" algn="l"/>
              </a:tabLst>
              <a:defRPr/>
            </a:pPr>
            <a:fld id="{91AC96F7-F8C6-4046-8A0D-FD31126D620D}" type="slidenum">
              <a:rPr lang="en-US" kern="1200" spc="-1" smtClean="0">
                <a:solidFill>
                  <a:srgbClr val="000000">
                    <a:tint val="75000"/>
                  </a:srgbClr>
                </a:solidFill>
                <a:latin typeface="Calibri"/>
                <a:ea typeface="+mn-ea"/>
                <a:cs typeface="+mn-cs"/>
              </a:rPr>
              <a:pPr>
                <a:buClrTx/>
                <a:buFontTx/>
                <a:buNone/>
                <a:tabLst>
                  <a:tab pos="0" algn="l"/>
                </a:tabLst>
                <a:defRPr/>
              </a:pPr>
              <a:t>2</a:t>
            </a:fld>
            <a:endParaRPr lang="en-US" kern="1200" spc="-1" dirty="0">
              <a:solidFill>
                <a:srgbClr val="000000">
                  <a:tint val="75000"/>
                </a:srgbClr>
              </a:solidFill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D8D6EC-849C-F23B-2B7A-C50D4986E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572" y="2181665"/>
            <a:ext cx="9876856" cy="24946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33167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A4BE4-303B-606C-1B11-03208C6AD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>
            <a:extLst>
              <a:ext uri="{FF2B5EF4-FFF2-40B4-BE49-F238E27FC236}">
                <a16:creationId xmlns:a16="http://schemas.microsoft.com/office/drawing/2014/main" id="{ABB604A6-EDA1-208F-848F-E26202031B20}"/>
              </a:ext>
            </a:extLst>
          </p:cNvPr>
          <p:cNvSpPr txBox="1">
            <a:spLocks/>
          </p:cNvSpPr>
          <p:nvPr/>
        </p:nvSpPr>
        <p:spPr>
          <a:xfrm>
            <a:off x="3060430" y="392571"/>
            <a:ext cx="6835578" cy="76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en-US" sz="3600" spc="-1" dirty="0">
                <a:solidFill>
                  <a:srgbClr val="009DBB"/>
                </a:solidFill>
                <a:latin typeface="Arial"/>
              </a:rPr>
              <a:t>Top Posts For Topic 123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1AE59DE-0E2E-8BDD-E38A-042E5DDD4AE0}"/>
              </a:ext>
            </a:extLst>
          </p:cNvPr>
          <p:cNvSpPr txBox="1">
            <a:spLocks/>
          </p:cNvSpPr>
          <p:nvPr/>
        </p:nvSpPr>
        <p:spPr>
          <a:xfrm>
            <a:off x="11739563" y="6477000"/>
            <a:ext cx="452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  <a:buFontTx/>
              <a:buNone/>
              <a:tabLst>
                <a:tab pos="0" algn="l"/>
              </a:tabLst>
              <a:defRPr/>
            </a:pPr>
            <a:fld id="{91AC96F7-F8C6-4046-8A0D-FD31126D620D}" type="slidenum">
              <a:rPr lang="en-US" kern="1200" spc="-1" smtClean="0">
                <a:solidFill>
                  <a:srgbClr val="000000">
                    <a:tint val="75000"/>
                  </a:srgbClr>
                </a:solidFill>
                <a:latin typeface="Calibri"/>
                <a:ea typeface="+mn-ea"/>
                <a:cs typeface="+mn-cs"/>
              </a:rPr>
              <a:pPr>
                <a:buClrTx/>
                <a:buFontTx/>
                <a:buNone/>
                <a:tabLst>
                  <a:tab pos="0" algn="l"/>
                </a:tabLst>
                <a:defRPr/>
              </a:pPr>
              <a:t>3</a:t>
            </a:fld>
            <a:endParaRPr lang="en-US" kern="1200" spc="-1" dirty="0">
              <a:solidFill>
                <a:srgbClr val="000000">
                  <a:tint val="75000"/>
                </a:srgbClr>
              </a:solidFill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571D34-35AD-9ADE-EBE1-950E0CABF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27" y="2620179"/>
            <a:ext cx="12032745" cy="16176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18167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>
            <a:extLst>
              <a:ext uri="{FF2B5EF4-FFF2-40B4-BE49-F238E27FC236}">
                <a16:creationId xmlns:a16="http://schemas.microsoft.com/office/drawing/2014/main" id="{97A74AA3-DE06-4917-B94C-B662362BD96B}"/>
              </a:ext>
            </a:extLst>
          </p:cNvPr>
          <p:cNvSpPr txBox="1">
            <a:spLocks/>
          </p:cNvSpPr>
          <p:nvPr/>
        </p:nvSpPr>
        <p:spPr>
          <a:xfrm>
            <a:off x="3060430" y="392571"/>
            <a:ext cx="6835578" cy="76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en-US" sz="3600" spc="-1" dirty="0">
                <a:solidFill>
                  <a:srgbClr val="009DBB"/>
                </a:solidFill>
                <a:latin typeface="Arial"/>
              </a:rPr>
              <a:t>Top Entities For Topic 123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8B3FD95-8C27-2F9B-FCA7-7DE00E811623}"/>
              </a:ext>
            </a:extLst>
          </p:cNvPr>
          <p:cNvSpPr txBox="1">
            <a:spLocks/>
          </p:cNvSpPr>
          <p:nvPr/>
        </p:nvSpPr>
        <p:spPr>
          <a:xfrm>
            <a:off x="11739563" y="6477000"/>
            <a:ext cx="452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  <a:buFontTx/>
              <a:buNone/>
              <a:tabLst>
                <a:tab pos="0" algn="l"/>
              </a:tabLst>
              <a:defRPr/>
            </a:pPr>
            <a:fld id="{91AC96F7-F8C6-4046-8A0D-FD31126D620D}" type="slidenum">
              <a:rPr lang="en-US" kern="1200" spc="-1" smtClean="0">
                <a:solidFill>
                  <a:srgbClr val="000000">
                    <a:tint val="75000"/>
                  </a:srgbClr>
                </a:solidFill>
                <a:latin typeface="Calibri"/>
                <a:ea typeface="+mn-ea"/>
                <a:cs typeface="+mn-cs"/>
              </a:rPr>
              <a:pPr>
                <a:buClrTx/>
                <a:buFontTx/>
                <a:buNone/>
                <a:tabLst>
                  <a:tab pos="0" algn="l"/>
                </a:tabLst>
                <a:defRPr/>
              </a:pPr>
              <a:t>4</a:t>
            </a:fld>
            <a:endParaRPr lang="en-US" kern="1200" spc="-1" dirty="0">
              <a:solidFill>
                <a:srgbClr val="000000">
                  <a:tint val="75000"/>
                </a:srgbClr>
              </a:solidFill>
              <a:latin typeface="Calibri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8E07815-4142-22BA-6EB7-11D339A3D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43845"/>
            <a:ext cx="4852871" cy="33703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19878E1-5FA7-2CAE-A13F-BB97C872A6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3492" y="1743844"/>
            <a:ext cx="4852871" cy="33703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28519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945B3-097E-C7F0-9DC9-FB48CDF7B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>
            <a:extLst>
              <a:ext uri="{FF2B5EF4-FFF2-40B4-BE49-F238E27FC236}">
                <a16:creationId xmlns:a16="http://schemas.microsoft.com/office/drawing/2014/main" id="{0851319F-894E-D843-1EE7-46044C88715C}"/>
              </a:ext>
            </a:extLst>
          </p:cNvPr>
          <p:cNvSpPr txBox="1">
            <a:spLocks/>
          </p:cNvSpPr>
          <p:nvPr/>
        </p:nvSpPr>
        <p:spPr>
          <a:xfrm>
            <a:off x="3060430" y="392571"/>
            <a:ext cx="6835578" cy="76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en-US" sz="3600" spc="-1" dirty="0">
                <a:solidFill>
                  <a:srgbClr val="009DBB"/>
                </a:solidFill>
                <a:latin typeface="Arial"/>
              </a:rPr>
              <a:t>Top Authors For Topic 123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76516E4-C17B-F55B-74D0-2D8326EDD6C3}"/>
              </a:ext>
            </a:extLst>
          </p:cNvPr>
          <p:cNvSpPr txBox="1">
            <a:spLocks/>
          </p:cNvSpPr>
          <p:nvPr/>
        </p:nvSpPr>
        <p:spPr>
          <a:xfrm>
            <a:off x="11739563" y="6477000"/>
            <a:ext cx="452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  <a:buFontTx/>
              <a:buNone/>
              <a:tabLst>
                <a:tab pos="0" algn="l"/>
              </a:tabLst>
              <a:defRPr/>
            </a:pPr>
            <a:fld id="{91AC96F7-F8C6-4046-8A0D-FD31126D620D}" type="slidenum">
              <a:rPr lang="en-US" kern="1200" spc="-1" smtClean="0">
                <a:solidFill>
                  <a:srgbClr val="000000">
                    <a:tint val="75000"/>
                  </a:srgbClr>
                </a:solidFill>
                <a:latin typeface="Calibri"/>
                <a:ea typeface="+mn-ea"/>
                <a:cs typeface="+mn-cs"/>
              </a:rPr>
              <a:pPr>
                <a:buClrTx/>
                <a:buFontTx/>
                <a:buNone/>
                <a:tabLst>
                  <a:tab pos="0" algn="l"/>
                </a:tabLst>
                <a:defRPr/>
              </a:pPr>
              <a:t>5</a:t>
            </a:fld>
            <a:endParaRPr lang="en-US" kern="1200" spc="-1" dirty="0">
              <a:solidFill>
                <a:srgbClr val="000000">
                  <a:tint val="75000"/>
                </a:srgbClr>
              </a:solidFill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C0C5BAA-43B4-1E68-6782-3600DDB7A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9564" y="1743847"/>
            <a:ext cx="4852871" cy="33703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07481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1A562-0273-3A18-434C-8CF275B94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>
            <a:extLst>
              <a:ext uri="{FF2B5EF4-FFF2-40B4-BE49-F238E27FC236}">
                <a16:creationId xmlns:a16="http://schemas.microsoft.com/office/drawing/2014/main" id="{842125B2-836C-0877-09A8-256635CA121F}"/>
              </a:ext>
            </a:extLst>
          </p:cNvPr>
          <p:cNvSpPr txBox="1">
            <a:spLocks/>
          </p:cNvSpPr>
          <p:nvPr/>
        </p:nvSpPr>
        <p:spPr>
          <a:xfrm>
            <a:off x="3060430" y="392571"/>
            <a:ext cx="6835578" cy="76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en-US" sz="3600" spc="-1" dirty="0">
                <a:solidFill>
                  <a:srgbClr val="009DBB"/>
                </a:solidFill>
                <a:latin typeface="Arial"/>
              </a:rPr>
              <a:t>Author’s Activity - Table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911B725-D399-9338-6558-F121F618D820}"/>
              </a:ext>
            </a:extLst>
          </p:cNvPr>
          <p:cNvSpPr txBox="1">
            <a:spLocks/>
          </p:cNvSpPr>
          <p:nvPr/>
        </p:nvSpPr>
        <p:spPr>
          <a:xfrm>
            <a:off x="11739563" y="6477000"/>
            <a:ext cx="452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  <a:buFontTx/>
              <a:buNone/>
              <a:tabLst>
                <a:tab pos="0" algn="l"/>
              </a:tabLst>
              <a:defRPr/>
            </a:pPr>
            <a:fld id="{91AC96F7-F8C6-4046-8A0D-FD31126D620D}" type="slidenum">
              <a:rPr lang="en-US" kern="1200" spc="-1" smtClean="0">
                <a:solidFill>
                  <a:srgbClr val="000000">
                    <a:tint val="75000"/>
                  </a:srgbClr>
                </a:solidFill>
                <a:latin typeface="Calibri"/>
                <a:ea typeface="+mn-ea"/>
                <a:cs typeface="+mn-cs"/>
              </a:rPr>
              <a:pPr>
                <a:buClrTx/>
                <a:buFontTx/>
                <a:buNone/>
                <a:tabLst>
                  <a:tab pos="0" algn="l"/>
                </a:tabLst>
                <a:defRPr/>
              </a:pPr>
              <a:t>6</a:t>
            </a:fld>
            <a:endParaRPr lang="en-US" kern="1200" spc="-1" dirty="0">
              <a:solidFill>
                <a:srgbClr val="000000">
                  <a:tint val="75000"/>
                </a:srgbClr>
              </a:solidFill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FFF61E-1B6E-CA4F-851F-DFB847C67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095" y="1748256"/>
            <a:ext cx="10089808" cy="11977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9E8A13-AAF6-0A2B-32F6-5D3847E30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940" y="3313177"/>
            <a:ext cx="11126117" cy="11977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DE7B23-0388-5262-45CF-76D20B45E0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3851" y="4823107"/>
            <a:ext cx="2364313" cy="11977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91A95F-1C74-4FC8-B90C-E5895E1390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8615" y="4878098"/>
            <a:ext cx="5764978" cy="10877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53799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DB116-F927-B998-75BE-1DADC0E0F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>
            <a:extLst>
              <a:ext uri="{FF2B5EF4-FFF2-40B4-BE49-F238E27FC236}">
                <a16:creationId xmlns:a16="http://schemas.microsoft.com/office/drawing/2014/main" id="{E4417EAB-A864-C013-2BD6-8ADED0C07047}"/>
              </a:ext>
            </a:extLst>
          </p:cNvPr>
          <p:cNvSpPr txBox="1">
            <a:spLocks/>
          </p:cNvSpPr>
          <p:nvPr/>
        </p:nvSpPr>
        <p:spPr>
          <a:xfrm>
            <a:off x="3403600" y="362091"/>
            <a:ext cx="8229768" cy="76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tabLst>
                <a:tab pos="0" algn="l"/>
              </a:tabLst>
              <a:defRPr/>
            </a:pPr>
            <a:r>
              <a:rPr lang="en-US" sz="3600" spc="-1" dirty="0">
                <a:solidFill>
                  <a:srgbClr val="009DBB"/>
                </a:solidFill>
                <a:latin typeface="Arial"/>
              </a:rPr>
              <a:t>Author’s Activity - Unigram Word Cloud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4E62347-3318-7866-4BE3-0BE3BBB3754B}"/>
              </a:ext>
            </a:extLst>
          </p:cNvPr>
          <p:cNvSpPr txBox="1">
            <a:spLocks/>
          </p:cNvSpPr>
          <p:nvPr/>
        </p:nvSpPr>
        <p:spPr>
          <a:xfrm>
            <a:off x="11739563" y="6477000"/>
            <a:ext cx="452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  <a:buFontTx/>
              <a:buNone/>
              <a:tabLst>
                <a:tab pos="0" algn="l"/>
              </a:tabLst>
              <a:defRPr/>
            </a:pPr>
            <a:fld id="{91AC96F7-F8C6-4046-8A0D-FD31126D620D}" type="slidenum">
              <a:rPr lang="en-US" kern="1200" spc="-1" smtClean="0">
                <a:solidFill>
                  <a:srgbClr val="000000">
                    <a:tint val="75000"/>
                  </a:srgbClr>
                </a:solidFill>
                <a:latin typeface="Calibri"/>
                <a:ea typeface="+mn-ea"/>
                <a:cs typeface="+mn-cs"/>
              </a:rPr>
              <a:pPr>
                <a:buClrTx/>
                <a:buFontTx/>
                <a:buNone/>
                <a:tabLst>
                  <a:tab pos="0" algn="l"/>
                </a:tabLst>
                <a:defRPr/>
              </a:pPr>
              <a:t>7</a:t>
            </a:fld>
            <a:endParaRPr lang="en-US" kern="1200" spc="-1" dirty="0">
              <a:solidFill>
                <a:srgbClr val="000000">
                  <a:tint val="75000"/>
                </a:srgbClr>
              </a:solidFill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 descr="A close up of words&#10;&#10;AI-generated content may be incorrect.">
            <a:extLst>
              <a:ext uri="{FF2B5EF4-FFF2-40B4-BE49-F238E27FC236}">
                <a16:creationId xmlns:a16="http://schemas.microsoft.com/office/drawing/2014/main" id="{03676EA4-DB8C-15F2-570A-86F97700A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575" y="1297504"/>
            <a:ext cx="9128850" cy="489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801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004F0-F5DE-5C35-8D76-1A7A78F63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D8EDC79-8E31-9BE8-4EDC-FA7A1D40083F}"/>
              </a:ext>
            </a:extLst>
          </p:cNvPr>
          <p:cNvSpPr txBox="1">
            <a:spLocks/>
          </p:cNvSpPr>
          <p:nvPr/>
        </p:nvSpPr>
        <p:spPr>
          <a:xfrm>
            <a:off x="11739563" y="6477000"/>
            <a:ext cx="452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  <a:buFontTx/>
              <a:buNone/>
              <a:tabLst>
                <a:tab pos="0" algn="l"/>
              </a:tabLst>
              <a:defRPr/>
            </a:pPr>
            <a:fld id="{91AC96F7-F8C6-4046-8A0D-FD31126D620D}" type="slidenum">
              <a:rPr lang="en-US" kern="1200" spc="-1" smtClean="0">
                <a:solidFill>
                  <a:srgbClr val="000000">
                    <a:tint val="75000"/>
                  </a:srgbClr>
                </a:solidFill>
                <a:latin typeface="Calibri"/>
                <a:ea typeface="+mn-ea"/>
                <a:cs typeface="+mn-cs"/>
              </a:rPr>
              <a:pPr>
                <a:buClrTx/>
                <a:buFontTx/>
                <a:buNone/>
                <a:tabLst>
                  <a:tab pos="0" algn="l"/>
                </a:tabLst>
                <a:defRPr/>
              </a:pPr>
              <a:t>8</a:t>
            </a:fld>
            <a:endParaRPr lang="en-US" kern="1200" spc="-1" dirty="0">
              <a:solidFill>
                <a:srgbClr val="000000">
                  <a:tint val="75000"/>
                </a:srgbClr>
              </a:solidFill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DB5883-EFFA-0A20-746F-24E5E29D5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485" y="1332228"/>
            <a:ext cx="8843030" cy="4790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laceHolder 1">
            <a:extLst>
              <a:ext uri="{FF2B5EF4-FFF2-40B4-BE49-F238E27FC236}">
                <a16:creationId xmlns:a16="http://schemas.microsoft.com/office/drawing/2014/main" id="{66CD0833-AFC3-2C60-F7BE-D6F4207CAA23}"/>
              </a:ext>
            </a:extLst>
          </p:cNvPr>
          <p:cNvSpPr txBox="1">
            <a:spLocks/>
          </p:cNvSpPr>
          <p:nvPr/>
        </p:nvSpPr>
        <p:spPr>
          <a:xfrm>
            <a:off x="3556000" y="514491"/>
            <a:ext cx="8229768" cy="76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tabLst>
                <a:tab pos="0" algn="l"/>
              </a:tabLst>
              <a:defRPr/>
            </a:pPr>
            <a:r>
              <a:rPr lang="en-US" sz="3600" spc="-1" dirty="0">
                <a:solidFill>
                  <a:srgbClr val="009DBB"/>
                </a:solidFill>
                <a:latin typeface="Arial"/>
              </a:rPr>
              <a:t>Author’s Activity - Bigram Word Cloud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85009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35D54-2667-59EC-8C41-DF90ABF0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>
            <a:extLst>
              <a:ext uri="{FF2B5EF4-FFF2-40B4-BE49-F238E27FC236}">
                <a16:creationId xmlns:a16="http://schemas.microsoft.com/office/drawing/2014/main" id="{E6542BD0-C46D-F0D6-2F5D-FCC0D6807DED}"/>
              </a:ext>
            </a:extLst>
          </p:cNvPr>
          <p:cNvSpPr txBox="1">
            <a:spLocks/>
          </p:cNvSpPr>
          <p:nvPr/>
        </p:nvSpPr>
        <p:spPr>
          <a:xfrm>
            <a:off x="3060430" y="392571"/>
            <a:ext cx="6835578" cy="76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en-US" sz="3600" spc="-1" dirty="0">
                <a:solidFill>
                  <a:srgbClr val="009DBB"/>
                </a:solidFill>
                <a:latin typeface="Arial"/>
              </a:rPr>
              <a:t>Author’s Activity – All Topic Table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E07E76F-9B27-45AD-1C5B-159DEC229D74}"/>
              </a:ext>
            </a:extLst>
          </p:cNvPr>
          <p:cNvSpPr txBox="1">
            <a:spLocks/>
          </p:cNvSpPr>
          <p:nvPr/>
        </p:nvSpPr>
        <p:spPr>
          <a:xfrm>
            <a:off x="11739563" y="6477000"/>
            <a:ext cx="452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  <a:buFontTx/>
              <a:buNone/>
              <a:tabLst>
                <a:tab pos="0" algn="l"/>
              </a:tabLst>
              <a:defRPr/>
            </a:pPr>
            <a:fld id="{91AC96F7-F8C6-4046-8A0D-FD31126D620D}" type="slidenum">
              <a:rPr lang="en-US" kern="1200" spc="-1" smtClean="0">
                <a:solidFill>
                  <a:srgbClr val="000000">
                    <a:tint val="75000"/>
                  </a:srgbClr>
                </a:solidFill>
                <a:latin typeface="Calibri"/>
                <a:ea typeface="+mn-ea"/>
                <a:cs typeface="+mn-cs"/>
              </a:rPr>
              <a:pPr>
                <a:buClrTx/>
                <a:buFontTx/>
                <a:buNone/>
                <a:tabLst>
                  <a:tab pos="0" algn="l"/>
                </a:tabLst>
                <a:defRPr/>
              </a:pPr>
              <a:t>9</a:t>
            </a:fld>
            <a:endParaRPr lang="en-US" kern="1200" spc="-1" dirty="0">
              <a:solidFill>
                <a:srgbClr val="000000">
                  <a:tint val="75000"/>
                </a:srgbClr>
              </a:solidFill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73735B-1AFE-51C3-7C15-FE227A63D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412" y="1930540"/>
            <a:ext cx="9883175" cy="15875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9F050D-0435-86B9-6518-25B609D2BB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4058" y="4290042"/>
            <a:ext cx="8363883" cy="141228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605016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C0871-F7A5-CFF7-0FE4-BE5206374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>
            <a:extLst>
              <a:ext uri="{FF2B5EF4-FFF2-40B4-BE49-F238E27FC236}">
                <a16:creationId xmlns:a16="http://schemas.microsoft.com/office/drawing/2014/main" id="{FE9F604E-83C6-B1E8-B5BF-B34B4FD2DE88}"/>
              </a:ext>
            </a:extLst>
          </p:cNvPr>
          <p:cNvSpPr txBox="1">
            <a:spLocks/>
          </p:cNvSpPr>
          <p:nvPr/>
        </p:nvSpPr>
        <p:spPr>
          <a:xfrm>
            <a:off x="3250497" y="433610"/>
            <a:ext cx="7793423" cy="76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en-US" sz="3600" spc="-1" dirty="0">
                <a:solidFill>
                  <a:srgbClr val="009DBB"/>
                </a:solidFill>
                <a:latin typeface="Arial"/>
              </a:rPr>
              <a:t>Author’s Activity – One Topic Table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BD4435A-21A3-55F4-9A13-059601776BB0}"/>
              </a:ext>
            </a:extLst>
          </p:cNvPr>
          <p:cNvSpPr txBox="1">
            <a:spLocks/>
          </p:cNvSpPr>
          <p:nvPr/>
        </p:nvSpPr>
        <p:spPr>
          <a:xfrm>
            <a:off x="11739563" y="6477000"/>
            <a:ext cx="452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  <a:buFontTx/>
              <a:buNone/>
              <a:tabLst>
                <a:tab pos="0" algn="l"/>
              </a:tabLst>
              <a:defRPr/>
            </a:pPr>
            <a:fld id="{91AC96F7-F8C6-4046-8A0D-FD31126D620D}" type="slidenum">
              <a:rPr lang="en-US" kern="1200" spc="-1" smtClean="0">
                <a:solidFill>
                  <a:srgbClr val="000000">
                    <a:tint val="75000"/>
                  </a:srgbClr>
                </a:solidFill>
                <a:latin typeface="Calibri"/>
                <a:ea typeface="+mn-ea"/>
                <a:cs typeface="+mn-cs"/>
              </a:rPr>
              <a:pPr>
                <a:buClrTx/>
                <a:buFontTx/>
                <a:buNone/>
                <a:tabLst>
                  <a:tab pos="0" algn="l"/>
                </a:tabLst>
                <a:defRPr/>
              </a:pPr>
              <a:t>10</a:t>
            </a:fld>
            <a:endParaRPr lang="en-US" kern="1200" spc="-1" dirty="0">
              <a:solidFill>
                <a:srgbClr val="000000">
                  <a:tint val="75000"/>
                </a:srgbClr>
              </a:solidFill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60BC20-D7B1-8268-A6B6-43E86A699C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558"/>
          <a:stretch>
            <a:fillRect/>
          </a:stretch>
        </p:blipFill>
        <p:spPr>
          <a:xfrm>
            <a:off x="502132" y="1844851"/>
            <a:ext cx="11187736" cy="9593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AB4CB5-B92B-AFD8-537B-26BC225DE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037" y="3328644"/>
            <a:ext cx="9343926" cy="9593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B9CC69-4A21-6894-26F9-D4B7E8CA5E7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4615" r="861"/>
          <a:stretch>
            <a:fillRect/>
          </a:stretch>
        </p:blipFill>
        <p:spPr>
          <a:xfrm>
            <a:off x="2732337" y="5069840"/>
            <a:ext cx="6727326" cy="3733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61497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F84AE-1643-F5A2-D2D2-C12C0906D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>
            <a:extLst>
              <a:ext uri="{FF2B5EF4-FFF2-40B4-BE49-F238E27FC236}">
                <a16:creationId xmlns:a16="http://schemas.microsoft.com/office/drawing/2014/main" id="{B45279EC-B9F9-C530-4D8A-CEF55AB03E9B}"/>
              </a:ext>
            </a:extLst>
          </p:cNvPr>
          <p:cNvSpPr txBox="1">
            <a:spLocks/>
          </p:cNvSpPr>
          <p:nvPr/>
        </p:nvSpPr>
        <p:spPr>
          <a:xfrm>
            <a:off x="3403600" y="362091"/>
            <a:ext cx="8229768" cy="76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tabLst>
                <a:tab pos="0" algn="l"/>
              </a:tabLst>
              <a:defRPr/>
            </a:pPr>
            <a:r>
              <a:rPr lang="en-US" sz="3600" spc="-1" dirty="0">
                <a:solidFill>
                  <a:srgbClr val="009DBB"/>
                </a:solidFill>
                <a:latin typeface="Arial"/>
              </a:rPr>
              <a:t>Author’s Activity - Unigram Word Cloud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2BB9467-D76A-F0CC-7795-7497FD045C12}"/>
              </a:ext>
            </a:extLst>
          </p:cNvPr>
          <p:cNvSpPr txBox="1">
            <a:spLocks/>
          </p:cNvSpPr>
          <p:nvPr/>
        </p:nvSpPr>
        <p:spPr>
          <a:xfrm>
            <a:off x="11739563" y="6477000"/>
            <a:ext cx="452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  <a:buFontTx/>
              <a:buNone/>
              <a:tabLst>
                <a:tab pos="0" algn="l"/>
              </a:tabLst>
              <a:defRPr/>
            </a:pPr>
            <a:fld id="{91AC96F7-F8C6-4046-8A0D-FD31126D620D}" type="slidenum">
              <a:rPr lang="en-US" kern="1200" spc="-1" smtClean="0">
                <a:solidFill>
                  <a:srgbClr val="000000">
                    <a:tint val="75000"/>
                  </a:srgbClr>
                </a:solidFill>
                <a:latin typeface="Calibri"/>
                <a:ea typeface="+mn-ea"/>
                <a:cs typeface="+mn-cs"/>
              </a:rPr>
              <a:pPr>
                <a:buClrTx/>
                <a:buFontTx/>
                <a:buNone/>
                <a:tabLst>
                  <a:tab pos="0" algn="l"/>
                </a:tabLst>
                <a:defRPr/>
              </a:pPr>
              <a:t>11</a:t>
            </a:fld>
            <a:endParaRPr lang="en-US" kern="1200" spc="-1" dirty="0">
              <a:solidFill>
                <a:srgbClr val="000000">
                  <a:tint val="75000"/>
                </a:srgbClr>
              </a:solidFill>
              <a:latin typeface="Calibri"/>
              <a:ea typeface="+mn-ea"/>
              <a:cs typeface="+mn-cs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7528186-2E19-D6D5-3C9E-63102DA5D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435735"/>
            <a:ext cx="8991600" cy="48196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3525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CA2BA-360B-790C-53EF-49A97F593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7A577EA-70FE-EC1A-876E-FCAECD6A8D29}"/>
              </a:ext>
            </a:extLst>
          </p:cNvPr>
          <p:cNvSpPr txBox="1">
            <a:spLocks/>
          </p:cNvSpPr>
          <p:nvPr/>
        </p:nvSpPr>
        <p:spPr>
          <a:xfrm>
            <a:off x="11739563" y="6477000"/>
            <a:ext cx="452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  <a:buFontTx/>
              <a:buNone/>
              <a:tabLst>
                <a:tab pos="0" algn="l"/>
              </a:tabLst>
              <a:defRPr/>
            </a:pPr>
            <a:fld id="{91AC96F7-F8C6-4046-8A0D-FD31126D620D}" type="slidenum">
              <a:rPr lang="en-US" kern="1200" spc="-1" smtClean="0">
                <a:solidFill>
                  <a:srgbClr val="000000">
                    <a:tint val="75000"/>
                  </a:srgbClr>
                </a:solidFill>
                <a:latin typeface="Calibri"/>
                <a:ea typeface="+mn-ea"/>
                <a:cs typeface="+mn-cs"/>
              </a:rPr>
              <a:pPr>
                <a:buClrTx/>
                <a:buFontTx/>
                <a:buNone/>
                <a:tabLst>
                  <a:tab pos="0" algn="l"/>
                </a:tabLst>
                <a:defRPr/>
              </a:pPr>
              <a:t>12</a:t>
            </a:fld>
            <a:endParaRPr lang="en-US" kern="1200" spc="-1" dirty="0">
              <a:solidFill>
                <a:srgbClr val="000000">
                  <a:tint val="75000"/>
                </a:srgb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PlaceHolder 1">
            <a:extLst>
              <a:ext uri="{FF2B5EF4-FFF2-40B4-BE49-F238E27FC236}">
                <a16:creationId xmlns:a16="http://schemas.microsoft.com/office/drawing/2014/main" id="{ADA1C513-1032-014E-AF9B-6244032BC4A4}"/>
              </a:ext>
            </a:extLst>
          </p:cNvPr>
          <p:cNvSpPr txBox="1">
            <a:spLocks/>
          </p:cNvSpPr>
          <p:nvPr/>
        </p:nvSpPr>
        <p:spPr>
          <a:xfrm>
            <a:off x="3556000" y="514491"/>
            <a:ext cx="8229768" cy="76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tabLst>
                <a:tab pos="0" algn="l"/>
              </a:tabLst>
              <a:defRPr/>
            </a:pPr>
            <a:r>
              <a:rPr lang="en-US" sz="3600" spc="-1" dirty="0">
                <a:solidFill>
                  <a:srgbClr val="009DBB"/>
                </a:solidFill>
                <a:latin typeface="Arial"/>
              </a:rPr>
              <a:t>Author’s Activity - Bigram Word Cloud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F9BE791-8BC3-9424-E66D-4D0262BFC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468920"/>
            <a:ext cx="8991600" cy="48196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057095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מסמך" ma:contentTypeID="0x0101009B09D47D9E93A4429F0CD6A06BF73F25" ma:contentTypeVersion="2" ma:contentTypeDescription="צור מסמך חדש." ma:contentTypeScope="" ma:versionID="73466d0f0cccf3377f8877b2c3dc97be">
  <xsd:schema xmlns:xsd="http://www.w3.org/2001/XMLSchema" xmlns:xs="http://www.w3.org/2001/XMLSchema" xmlns:p="http://schemas.microsoft.com/office/2006/metadata/properties" xmlns:ns3="ce6966b5-b9a2-4047-8ad7-6349593315f9" targetNamespace="http://schemas.microsoft.com/office/2006/metadata/properties" ma:root="true" ma:fieldsID="094fd2ba8f4c59d7ca49435bf2013b23" ns3:_="">
    <xsd:import namespace="ce6966b5-b9a2-4047-8ad7-6349593315f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6966b5-b9a2-4047-8ad7-634959331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סוג תוכן"/>
        <xsd:element ref="dc:title" minOccurs="0" maxOccurs="1" ma:index="4" ma:displayName="כותרת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DC03A01-1150-476B-9960-38F69024617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240CFFD-E930-4E06-8CC7-91623280D1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6966b5-b9a2-4047-8ad7-6349593315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C27645-43BB-4483-8570-823D8715A1A2}">
  <ds:schemaRefs>
    <ds:schemaRef ds:uri="http://purl.org/dc/dcmitype/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elements/1.1/"/>
    <ds:schemaRef ds:uri="http://schemas.microsoft.com/office/2006/documentManagement/types"/>
    <ds:schemaRef ds:uri="ce6966b5-b9a2-4047-8ad7-6349593315f9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35494</TotalTime>
  <Words>87</Words>
  <Application>Microsoft Office PowerPoint</Application>
  <PresentationFormat>Widescreen</PresentationFormat>
  <Paragraphs>38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Courier New</vt:lpstr>
      <vt:lpstr>Times New Roman</vt:lpstr>
      <vt:lpstr>1_Office Theme</vt:lpstr>
      <vt:lpstr>Backbone-Graph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on Generative AI</dc:title>
  <dc:creator>Edita Grolman</dc:creator>
  <cp:lastModifiedBy>Amit Ner Gaon</cp:lastModifiedBy>
  <cp:revision>1390</cp:revision>
  <dcterms:created xsi:type="dcterms:W3CDTF">2021-05-04T15:24:24Z</dcterms:created>
  <dcterms:modified xsi:type="dcterms:W3CDTF">2025-07-20T17:23:55Z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0x0101009B09D47D9E93A4429F0CD6A06BF73F25</vt:lpwstr>
  </property>
</Properties>
</file>