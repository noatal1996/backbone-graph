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66" r:id="rId4"/>
  </p:sldMasterIdLst>
  <p:notesMasterIdLst>
    <p:notesMasterId r:id="rId17"/>
  </p:notesMasterIdLst>
  <p:sldIdLst>
    <p:sldId id="256" r:id="rId5"/>
    <p:sldId id="293" r:id="rId6"/>
    <p:sldId id="294" r:id="rId7"/>
    <p:sldId id="291" r:id="rId8"/>
    <p:sldId id="292" r:id="rId9"/>
    <p:sldId id="298" r:id="rId10"/>
    <p:sldId id="297" r:id="rId11"/>
    <p:sldId id="302" r:id="rId12"/>
    <p:sldId id="303" r:id="rId13"/>
    <p:sldId id="304" r:id="rId14"/>
    <p:sldId id="295" r:id="rId15"/>
    <p:sldId id="296" r:id="rId16"/>
  </p:sldIdLst>
  <p:sldSz cx="12192000" cy="6858000"/>
  <p:notesSz cx="7104063" cy="10234613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4269" userDrawn="1">
          <p15:clr>
            <a:srgbClr val="A4A3A4"/>
          </p15:clr>
        </p15:guide>
        <p15:guide id="2" orient="horz" pos="96" userDrawn="1">
          <p15:clr>
            <a:srgbClr val="A4A3A4"/>
          </p15:clr>
        </p15:guide>
        <p15:guide id="3" pos="98" userDrawn="1">
          <p15:clr>
            <a:srgbClr val="A4A3A4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123" roundtripDataSignature="AMtx7mgOMDNlDYUaLeApPIR7XzNL3h6Jyw==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620B5D12-13E2-6141-FD97-489B6A3F6B4F}" name="Alon Zolfi" initials="AZ" userId="e501af5f392a6760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9900"/>
    <a:srgbClr val="FECF40"/>
    <a:srgbClr val="898989"/>
    <a:srgbClr val="F0F0F0"/>
    <a:srgbClr val="FF5050"/>
    <a:srgbClr val="009DBB"/>
    <a:srgbClr val="62983E"/>
    <a:srgbClr val="CC9B00"/>
    <a:srgbClr val="8FAADC"/>
    <a:srgbClr val="DEEBF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3C2FFA5D-87B4-456A-9821-1D502468CF0F}" styleName="Themed Style 1 –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9045" autoAdjust="0"/>
    <p:restoredTop sz="96163" autoAdjust="0"/>
  </p:normalViewPr>
  <p:slideViewPr>
    <p:cSldViewPr snapToGrid="0">
      <p:cViewPr varScale="1">
        <p:scale>
          <a:sx n="75" d="100"/>
          <a:sy n="75" d="100"/>
        </p:scale>
        <p:origin x="1176" y="53"/>
      </p:cViewPr>
      <p:guideLst>
        <p:guide orient="horz" pos="4269"/>
        <p:guide orient="horz" pos="96"/>
        <p:guide pos="98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25" d="100"/>
        <a:sy n="125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3" Type="http://schemas.openxmlformats.org/officeDocument/2006/relationships/customXml" Target="../customXml/item3.xml"/><Relationship Id="rId125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notesMaster" Target="notesMasters/notesMaster1.xml"/><Relationship Id="rId124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123" Type="http://customschemas.google.com/relationships/presentationmetadata" Target="metadata"/><Relationship Id="rId128" Type="http://schemas.microsoft.com/office/2018/10/relationships/authors" Target="author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27" Type="http://schemas.openxmlformats.org/officeDocument/2006/relationships/tableStyles" Target="tableStyle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126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078427" cy="5135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59" tIns="49516" rIns="99059" bIns="49516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4023992" y="0"/>
            <a:ext cx="3078427" cy="5135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59" tIns="49516" rIns="99059" bIns="49516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482600" y="1279525"/>
            <a:ext cx="6140450" cy="3454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710407" y="4925407"/>
            <a:ext cx="5683250" cy="40298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59" tIns="49516" rIns="99059" bIns="49516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9721107"/>
            <a:ext cx="3078427" cy="5135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59" tIns="49516" rIns="99059" bIns="49516" anchor="b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4023992" y="9721107"/>
            <a:ext cx="3078427" cy="5135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59" tIns="49516" rIns="99059" bIns="49516" anchor="b" anchorCtr="0">
            <a:noAutofit/>
          </a:bodyPr>
          <a:lstStyle/>
          <a:p>
            <a:fld id="{00000000-1234-1234-1234-123412341234}" type="slidenum">
              <a:rPr lang="en-US" sz="130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pPr/>
              <a:t>‹#›</a:t>
            </a:fld>
            <a:endParaRPr lang="en-US"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e-I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89F9E7C-A629-48F1-A50D-4417EB52547D}" type="slidenum">
              <a:rPr kumimoji="0" lang="he-IL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Arial" panose="020B0604020202020204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he-IL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7948001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E38E6F-2F02-70D4-47BE-6AC3439DFC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PlaceHolder 1">
            <a:extLst>
              <a:ext uri="{FF2B5EF4-FFF2-40B4-BE49-F238E27FC236}">
                <a16:creationId xmlns:a16="http://schemas.microsoft.com/office/drawing/2014/main" id="{D701BE9C-1EF1-42AC-80A7-1D8BB8E9570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162" name="PlaceHolder 2">
            <a:extLst>
              <a:ext uri="{FF2B5EF4-FFF2-40B4-BE49-F238E27FC236}">
                <a16:creationId xmlns:a16="http://schemas.microsoft.com/office/drawing/2014/main" id="{B3E94672-3C4C-97BC-46F1-5B3C974EA9E5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-216000">
              <a:buNone/>
            </a:pPr>
            <a:endParaRPr lang="en-US" sz="18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3" name="PlaceHolder 3">
            <a:extLst>
              <a:ext uri="{FF2B5EF4-FFF2-40B4-BE49-F238E27FC236}">
                <a16:creationId xmlns:a16="http://schemas.microsoft.com/office/drawing/2014/main" id="{E1F5B81A-FEAE-DD7E-9F48-7C1A714A580E}"/>
              </a:ext>
            </a:extLst>
          </p:cNvPr>
          <p:cNvSpPr>
            <a:spLocks noGrp="1"/>
          </p:cNvSpPr>
          <p:nvPr>
            <p:ph type="sldNum" idx="49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strike="noStrike" spc="-1">
                <a:solidFill>
                  <a:srgbClr val="000000"/>
                </a:solidFill>
                <a:latin typeface="Calibri"/>
                <a:ea typeface="+mn-ea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fld id="{CA945975-2448-4E18-A2C2-A72B917D14C7}" type="slidenum">
              <a:rPr kumimoji="0" lang="en-US" sz="1200" b="0" i="0" u="none" strike="noStrike" kern="1200" cap="none" spc="-1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>
                  <a:tab pos="0" algn="l"/>
                </a:tabLst>
                <a:defRPr/>
              </a:pPr>
              <a:t>2</a:t>
            </a:fld>
            <a:endParaRPr kumimoji="0" lang="en-US" sz="1200" b="0" i="0" u="none" strike="noStrike" kern="1200" cap="none" spc="-1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05262568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1D4BB8-B177-EC8B-2F56-A67B9AE2BA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PlaceHolder 1">
            <a:extLst>
              <a:ext uri="{FF2B5EF4-FFF2-40B4-BE49-F238E27FC236}">
                <a16:creationId xmlns:a16="http://schemas.microsoft.com/office/drawing/2014/main" id="{DB3A240F-28CF-73BA-A4AE-0C49155D2AD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162" name="PlaceHolder 2">
            <a:extLst>
              <a:ext uri="{FF2B5EF4-FFF2-40B4-BE49-F238E27FC236}">
                <a16:creationId xmlns:a16="http://schemas.microsoft.com/office/drawing/2014/main" id="{B93BD81D-3000-F0AF-4368-5744FF21D141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-216000">
              <a:buNone/>
            </a:pPr>
            <a:endParaRPr lang="en-US" sz="18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3" name="PlaceHolder 3">
            <a:extLst>
              <a:ext uri="{FF2B5EF4-FFF2-40B4-BE49-F238E27FC236}">
                <a16:creationId xmlns:a16="http://schemas.microsoft.com/office/drawing/2014/main" id="{A9B9B1D3-DB7C-1C74-E99F-33D2D492CD14}"/>
              </a:ext>
            </a:extLst>
          </p:cNvPr>
          <p:cNvSpPr>
            <a:spLocks noGrp="1"/>
          </p:cNvSpPr>
          <p:nvPr>
            <p:ph type="sldNum" idx="49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strike="noStrike" spc="-1">
                <a:solidFill>
                  <a:srgbClr val="000000"/>
                </a:solidFill>
                <a:latin typeface="Calibri"/>
                <a:ea typeface="+mn-ea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fld id="{CA945975-2448-4E18-A2C2-A72B917D14C7}" type="slidenum">
              <a:rPr kumimoji="0" lang="en-US" sz="1200" b="0" i="0" u="none" strike="noStrike" kern="1200" cap="none" spc="-1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>
                  <a:tab pos="0" algn="l"/>
                </a:tabLst>
                <a:defRPr/>
              </a:pPr>
              <a:t>3</a:t>
            </a:fld>
            <a:endParaRPr kumimoji="0" lang="en-US" sz="1200" b="0" i="0" u="none" strike="noStrike" kern="1200" cap="none" spc="-1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85176679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16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-216000">
              <a:buNone/>
            </a:pPr>
            <a:endParaRPr lang="en-US" sz="18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3" name="PlaceHolder 3"/>
          <p:cNvSpPr>
            <a:spLocks noGrp="1"/>
          </p:cNvSpPr>
          <p:nvPr>
            <p:ph type="sldNum" idx="49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strike="noStrike" spc="-1">
                <a:solidFill>
                  <a:srgbClr val="000000"/>
                </a:solidFill>
                <a:latin typeface="Calibri"/>
                <a:ea typeface="+mn-ea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fld id="{CA945975-2448-4E18-A2C2-A72B917D14C7}" type="slidenum">
              <a:rPr kumimoji="0" lang="en-US" sz="1200" b="0" i="0" u="none" strike="noStrike" kern="1200" cap="none" spc="-1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>
                  <a:tab pos="0" algn="l"/>
                </a:tabLst>
                <a:defRPr/>
              </a:pPr>
              <a:t>4</a:t>
            </a:fld>
            <a:endParaRPr kumimoji="0" lang="en-US" sz="1200" b="0" i="0" u="none" strike="noStrike" kern="1200" cap="none" spc="-1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1414669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144485-0B9B-FB39-C21F-17853BD21D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PlaceHolder 1">
            <a:extLst>
              <a:ext uri="{FF2B5EF4-FFF2-40B4-BE49-F238E27FC236}">
                <a16:creationId xmlns:a16="http://schemas.microsoft.com/office/drawing/2014/main" id="{AC726AFC-C4E6-FA33-ACB5-1464CB759C4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162" name="PlaceHolder 2">
            <a:extLst>
              <a:ext uri="{FF2B5EF4-FFF2-40B4-BE49-F238E27FC236}">
                <a16:creationId xmlns:a16="http://schemas.microsoft.com/office/drawing/2014/main" id="{8340057C-8A72-1E82-4454-83DD2C95D383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-216000">
              <a:buNone/>
            </a:pPr>
            <a:endParaRPr lang="en-US" sz="18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3" name="PlaceHolder 3">
            <a:extLst>
              <a:ext uri="{FF2B5EF4-FFF2-40B4-BE49-F238E27FC236}">
                <a16:creationId xmlns:a16="http://schemas.microsoft.com/office/drawing/2014/main" id="{37411EBE-DEEC-333A-1781-DD6614E79F52}"/>
              </a:ext>
            </a:extLst>
          </p:cNvPr>
          <p:cNvSpPr>
            <a:spLocks noGrp="1"/>
          </p:cNvSpPr>
          <p:nvPr>
            <p:ph type="sldNum" idx="49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strike="noStrike" spc="-1">
                <a:solidFill>
                  <a:srgbClr val="000000"/>
                </a:solidFill>
                <a:latin typeface="Calibri"/>
                <a:ea typeface="+mn-ea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fld id="{CA945975-2448-4E18-A2C2-A72B917D14C7}" type="slidenum">
              <a:rPr kumimoji="0" lang="en-US" sz="1200" b="0" i="0" u="none" strike="noStrike" kern="1200" cap="none" spc="-1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>
                  <a:tab pos="0" algn="l"/>
                </a:tabLst>
                <a:defRPr/>
              </a:pPr>
              <a:t>5</a:t>
            </a:fld>
            <a:endParaRPr kumimoji="0" lang="en-US" sz="1200" b="0" i="0" u="none" strike="noStrike" kern="1200" cap="none" spc="-1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88196521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738C24-D073-7E1A-21DC-B906E8FE8A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PlaceHolder 1">
            <a:extLst>
              <a:ext uri="{FF2B5EF4-FFF2-40B4-BE49-F238E27FC236}">
                <a16:creationId xmlns:a16="http://schemas.microsoft.com/office/drawing/2014/main" id="{5E974F09-402C-3795-E079-DF01CD43066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162" name="PlaceHolder 2">
            <a:extLst>
              <a:ext uri="{FF2B5EF4-FFF2-40B4-BE49-F238E27FC236}">
                <a16:creationId xmlns:a16="http://schemas.microsoft.com/office/drawing/2014/main" id="{216C7862-7804-E914-637E-A00F875D1E77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-216000">
              <a:buNone/>
            </a:pPr>
            <a:endParaRPr lang="en-US" sz="18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3" name="PlaceHolder 3">
            <a:extLst>
              <a:ext uri="{FF2B5EF4-FFF2-40B4-BE49-F238E27FC236}">
                <a16:creationId xmlns:a16="http://schemas.microsoft.com/office/drawing/2014/main" id="{9FC2715A-C4E3-B63B-2D67-FF9DC7F56A04}"/>
              </a:ext>
            </a:extLst>
          </p:cNvPr>
          <p:cNvSpPr>
            <a:spLocks noGrp="1"/>
          </p:cNvSpPr>
          <p:nvPr>
            <p:ph type="sldNum" idx="49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strike="noStrike" spc="-1">
                <a:solidFill>
                  <a:srgbClr val="000000"/>
                </a:solidFill>
                <a:latin typeface="Calibri"/>
                <a:ea typeface="+mn-ea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fld id="{CA945975-2448-4E18-A2C2-A72B917D14C7}" type="slidenum">
              <a:rPr kumimoji="0" lang="en-US" sz="1200" b="0" i="0" u="none" strike="noStrike" kern="1200" cap="none" spc="-1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>
                  <a:tab pos="0" algn="l"/>
                </a:tabLst>
                <a:defRPr/>
              </a:pPr>
              <a:t>6</a:t>
            </a:fld>
            <a:endParaRPr kumimoji="0" lang="en-US" sz="1200" b="0" i="0" u="none" strike="noStrike" kern="1200" cap="none" spc="-1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30326292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49DA49-D903-25FE-497E-270A803007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PlaceHolder 1">
            <a:extLst>
              <a:ext uri="{FF2B5EF4-FFF2-40B4-BE49-F238E27FC236}">
                <a16:creationId xmlns:a16="http://schemas.microsoft.com/office/drawing/2014/main" id="{80D88D44-C179-8A92-1677-7E50E62A7A2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162" name="PlaceHolder 2">
            <a:extLst>
              <a:ext uri="{FF2B5EF4-FFF2-40B4-BE49-F238E27FC236}">
                <a16:creationId xmlns:a16="http://schemas.microsoft.com/office/drawing/2014/main" id="{F072535A-2939-0E48-487A-7E5B7CE43F62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-216000">
              <a:buNone/>
            </a:pPr>
            <a:endParaRPr lang="en-US" sz="18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3" name="PlaceHolder 3">
            <a:extLst>
              <a:ext uri="{FF2B5EF4-FFF2-40B4-BE49-F238E27FC236}">
                <a16:creationId xmlns:a16="http://schemas.microsoft.com/office/drawing/2014/main" id="{40C04E56-592E-D901-772E-7DDFB7275AA6}"/>
              </a:ext>
            </a:extLst>
          </p:cNvPr>
          <p:cNvSpPr>
            <a:spLocks noGrp="1"/>
          </p:cNvSpPr>
          <p:nvPr>
            <p:ph type="sldNum" idx="49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strike="noStrike" spc="-1">
                <a:solidFill>
                  <a:srgbClr val="000000"/>
                </a:solidFill>
                <a:latin typeface="Calibri"/>
                <a:ea typeface="+mn-ea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fld id="{CA945975-2448-4E18-A2C2-A72B917D14C7}" type="slidenum">
              <a:rPr kumimoji="0" lang="en-US" sz="1200" b="0" i="0" u="none" strike="noStrike" kern="1200" cap="none" spc="-1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>
                  <a:tab pos="0" algn="l"/>
                </a:tabLst>
                <a:defRPr/>
              </a:pPr>
              <a:t>7</a:t>
            </a:fld>
            <a:endParaRPr kumimoji="0" lang="en-US" sz="1200" b="0" i="0" u="none" strike="noStrike" kern="1200" cap="none" spc="-1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74950152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997907-904C-E255-3AAA-6E9F0C5209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PlaceHolder 1">
            <a:extLst>
              <a:ext uri="{FF2B5EF4-FFF2-40B4-BE49-F238E27FC236}">
                <a16:creationId xmlns:a16="http://schemas.microsoft.com/office/drawing/2014/main" id="{1D68BEA9-0A23-BACC-8E18-15A34D49D2C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162" name="PlaceHolder 2">
            <a:extLst>
              <a:ext uri="{FF2B5EF4-FFF2-40B4-BE49-F238E27FC236}">
                <a16:creationId xmlns:a16="http://schemas.microsoft.com/office/drawing/2014/main" id="{D57E64C5-4A53-195F-5A91-99C350CA53C3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-216000">
              <a:buNone/>
            </a:pPr>
            <a:endParaRPr lang="en-US" sz="18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3" name="PlaceHolder 3">
            <a:extLst>
              <a:ext uri="{FF2B5EF4-FFF2-40B4-BE49-F238E27FC236}">
                <a16:creationId xmlns:a16="http://schemas.microsoft.com/office/drawing/2014/main" id="{8296DF0D-F886-64A8-0847-CD264F923B76}"/>
              </a:ext>
            </a:extLst>
          </p:cNvPr>
          <p:cNvSpPr>
            <a:spLocks noGrp="1"/>
          </p:cNvSpPr>
          <p:nvPr>
            <p:ph type="sldNum" idx="49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strike="noStrike" spc="-1">
                <a:solidFill>
                  <a:srgbClr val="000000"/>
                </a:solidFill>
                <a:latin typeface="Calibri"/>
                <a:ea typeface="+mn-ea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fld id="{CA945975-2448-4E18-A2C2-A72B917D14C7}" type="slidenum">
              <a:rPr kumimoji="0" lang="en-US" sz="1200" b="0" i="0" u="none" strike="noStrike" kern="1200" cap="none" spc="-1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>
                  <a:tab pos="0" algn="l"/>
                </a:tabLst>
                <a:defRPr/>
              </a:pPr>
              <a:t>8</a:t>
            </a:fld>
            <a:endParaRPr kumimoji="0" lang="en-US" sz="1200" b="0" i="0" u="none" strike="noStrike" kern="1200" cap="none" spc="-1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42153109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B9E575-F5E6-5CF5-3685-30A40352B4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PlaceHolder 1">
            <a:extLst>
              <a:ext uri="{FF2B5EF4-FFF2-40B4-BE49-F238E27FC236}">
                <a16:creationId xmlns:a16="http://schemas.microsoft.com/office/drawing/2014/main" id="{B09E3135-4F8F-B1B6-8357-73B95056B7E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162" name="PlaceHolder 2">
            <a:extLst>
              <a:ext uri="{FF2B5EF4-FFF2-40B4-BE49-F238E27FC236}">
                <a16:creationId xmlns:a16="http://schemas.microsoft.com/office/drawing/2014/main" id="{E26784B3-FAC9-FDFD-059D-A6A9521B2DDE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-216000">
              <a:buNone/>
            </a:pPr>
            <a:endParaRPr lang="en-US" sz="18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3" name="PlaceHolder 3">
            <a:extLst>
              <a:ext uri="{FF2B5EF4-FFF2-40B4-BE49-F238E27FC236}">
                <a16:creationId xmlns:a16="http://schemas.microsoft.com/office/drawing/2014/main" id="{A12775E3-A79B-F65C-32E7-4B22538205B4}"/>
              </a:ext>
            </a:extLst>
          </p:cNvPr>
          <p:cNvSpPr>
            <a:spLocks noGrp="1"/>
          </p:cNvSpPr>
          <p:nvPr>
            <p:ph type="sldNum" idx="49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strike="noStrike" spc="-1">
                <a:solidFill>
                  <a:srgbClr val="000000"/>
                </a:solidFill>
                <a:latin typeface="Calibri"/>
                <a:ea typeface="+mn-ea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fld id="{CA945975-2448-4E18-A2C2-A72B917D14C7}" type="slidenum">
              <a:rPr kumimoji="0" lang="en-US" sz="1200" b="0" i="0" u="none" strike="noStrike" kern="1200" cap="none" spc="-1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>
                  <a:tab pos="0" algn="l"/>
                </a:tabLst>
                <a:defRPr/>
              </a:pPr>
              <a:t>9</a:t>
            </a:fld>
            <a:endParaRPr kumimoji="0" lang="en-US" sz="1200" b="0" i="0" u="none" strike="noStrike" kern="1200" cap="none" spc="-1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76437526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1F2655-35CC-15AF-8D76-6BC73337C8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PlaceHolder 1">
            <a:extLst>
              <a:ext uri="{FF2B5EF4-FFF2-40B4-BE49-F238E27FC236}">
                <a16:creationId xmlns:a16="http://schemas.microsoft.com/office/drawing/2014/main" id="{25BC4BC4-57FB-F724-2C31-E2607EAEF03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162" name="PlaceHolder 2">
            <a:extLst>
              <a:ext uri="{FF2B5EF4-FFF2-40B4-BE49-F238E27FC236}">
                <a16:creationId xmlns:a16="http://schemas.microsoft.com/office/drawing/2014/main" id="{36478E5D-4E40-71EF-5CA6-97E4C2C2AA51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-216000">
              <a:buNone/>
            </a:pPr>
            <a:endParaRPr lang="en-US" sz="18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3" name="PlaceHolder 3">
            <a:extLst>
              <a:ext uri="{FF2B5EF4-FFF2-40B4-BE49-F238E27FC236}">
                <a16:creationId xmlns:a16="http://schemas.microsoft.com/office/drawing/2014/main" id="{C6297486-5C74-A369-FB83-52DE3668B721}"/>
              </a:ext>
            </a:extLst>
          </p:cNvPr>
          <p:cNvSpPr>
            <a:spLocks noGrp="1"/>
          </p:cNvSpPr>
          <p:nvPr>
            <p:ph type="sldNum" idx="49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strike="noStrike" spc="-1">
                <a:solidFill>
                  <a:srgbClr val="000000"/>
                </a:solidFill>
                <a:latin typeface="Calibri"/>
                <a:ea typeface="+mn-ea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fld id="{CA945975-2448-4E18-A2C2-A72B917D14C7}" type="slidenum">
              <a:rPr kumimoji="0" lang="en-US" sz="1200" b="0" i="0" u="none" strike="noStrike" kern="1200" cap="none" spc="-1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>
                  <a:tab pos="0" algn="l"/>
                </a:tabLst>
                <a:defRPr/>
              </a:pPr>
              <a:t>10</a:t>
            </a:fld>
            <a:endParaRPr kumimoji="0" lang="en-US" sz="1200" b="0" i="0" u="none" strike="noStrike" kern="1200" cap="none" spc="-1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2900384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989BCF-5FF2-EBE3-3F0F-92078BD715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PlaceHolder 1">
            <a:extLst>
              <a:ext uri="{FF2B5EF4-FFF2-40B4-BE49-F238E27FC236}">
                <a16:creationId xmlns:a16="http://schemas.microsoft.com/office/drawing/2014/main" id="{055E53C3-F713-4875-918C-28D256A76F8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162" name="PlaceHolder 2">
            <a:extLst>
              <a:ext uri="{FF2B5EF4-FFF2-40B4-BE49-F238E27FC236}">
                <a16:creationId xmlns:a16="http://schemas.microsoft.com/office/drawing/2014/main" id="{C16A285A-4BD5-8739-57A5-B35428571137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-216000">
              <a:buNone/>
            </a:pPr>
            <a:endParaRPr lang="en-US" sz="18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3" name="PlaceHolder 3">
            <a:extLst>
              <a:ext uri="{FF2B5EF4-FFF2-40B4-BE49-F238E27FC236}">
                <a16:creationId xmlns:a16="http://schemas.microsoft.com/office/drawing/2014/main" id="{7A7E2B2F-5FEF-2C58-6252-7AAB0EECED44}"/>
              </a:ext>
            </a:extLst>
          </p:cNvPr>
          <p:cNvSpPr>
            <a:spLocks noGrp="1"/>
          </p:cNvSpPr>
          <p:nvPr>
            <p:ph type="sldNum" idx="49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strike="noStrike" spc="-1">
                <a:solidFill>
                  <a:srgbClr val="000000"/>
                </a:solidFill>
                <a:latin typeface="Calibri"/>
                <a:ea typeface="+mn-ea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fld id="{CA945975-2448-4E18-A2C2-A72B917D14C7}" type="slidenum">
              <a:rPr kumimoji="0" lang="en-US" sz="1200" b="0" i="0" u="none" strike="noStrike" kern="1200" cap="none" spc="-1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>
                  <a:tab pos="0" algn="l"/>
                </a:tabLst>
                <a:defRPr/>
              </a:pPr>
              <a:t>11</a:t>
            </a:fld>
            <a:endParaRPr kumimoji="0" lang="en-US" sz="1200" b="0" i="0" u="none" strike="noStrike" kern="1200" cap="none" spc="-1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11325268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4F160F-90EF-3B9A-67DD-96E654A406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PlaceHolder 1">
            <a:extLst>
              <a:ext uri="{FF2B5EF4-FFF2-40B4-BE49-F238E27FC236}">
                <a16:creationId xmlns:a16="http://schemas.microsoft.com/office/drawing/2014/main" id="{04F109A5-C0E8-A4E2-515B-171DC3BBA5B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162" name="PlaceHolder 2">
            <a:extLst>
              <a:ext uri="{FF2B5EF4-FFF2-40B4-BE49-F238E27FC236}">
                <a16:creationId xmlns:a16="http://schemas.microsoft.com/office/drawing/2014/main" id="{6C6CC6C6-0B2D-01F5-9BD1-9C356406F517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-216000">
              <a:buNone/>
            </a:pPr>
            <a:endParaRPr lang="en-US" sz="18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3" name="PlaceHolder 3">
            <a:extLst>
              <a:ext uri="{FF2B5EF4-FFF2-40B4-BE49-F238E27FC236}">
                <a16:creationId xmlns:a16="http://schemas.microsoft.com/office/drawing/2014/main" id="{A935961B-FA60-1360-61B9-A127B2DFBD49}"/>
              </a:ext>
            </a:extLst>
          </p:cNvPr>
          <p:cNvSpPr>
            <a:spLocks noGrp="1"/>
          </p:cNvSpPr>
          <p:nvPr>
            <p:ph type="sldNum" idx="49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strike="noStrike" spc="-1">
                <a:solidFill>
                  <a:srgbClr val="000000"/>
                </a:solidFill>
                <a:latin typeface="Calibri"/>
                <a:ea typeface="+mn-ea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fld id="{CA945975-2448-4E18-A2C2-A72B917D14C7}" type="slidenum">
              <a:rPr kumimoji="0" lang="en-US" sz="1200" b="0" i="0" u="none" strike="noStrike" kern="1200" cap="none" spc="-1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>
                  <a:tab pos="0" algn="l"/>
                </a:tabLst>
                <a:defRPr/>
              </a:pPr>
              <a:t>12</a:t>
            </a:fld>
            <a:endParaRPr kumimoji="0" lang="en-US" sz="1200" b="0" i="0" u="none" strike="noStrike" kern="1200" cap="none" spc="-1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79393164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6213734-3C5F-473D-9DD6-0C484ADFB5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9F3CA8-2E63-412C-AA06-0D760EBE5965}" type="datetime8">
              <a:rPr lang="he-IL" smtClean="0"/>
              <a:t>23 יולי 25</a:t>
            </a:fld>
            <a:endParaRPr lang="he-IL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F48D2E8-A18C-4B06-AF11-07B4F9C53F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A7CBE2-2F2D-43B9-8BC3-25BA1DDA40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28704" y="6464649"/>
            <a:ext cx="452233" cy="365125"/>
          </a:xfrm>
        </p:spPr>
        <p:txBody>
          <a:bodyPr/>
          <a:lstStyle/>
          <a:p>
            <a:fld id="{E6AB8EDD-9EF2-4633-A1C2-4D908C1019B4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742849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1865520" y="1353960"/>
            <a:ext cx="9142560" cy="2386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US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subTitle"/>
          </p:nvPr>
        </p:nvSpPr>
        <p:spPr>
          <a:xfrm>
            <a:off x="1865520" y="3819524"/>
            <a:ext cx="9142560" cy="17622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endParaRPr kumimoji="0" lang="en-US" sz="1400" b="0" i="0" u="none" strike="noStrike" kern="1200" cap="none" spc="-1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+mn-ea"/>
              <a:cs typeface="+mn-cs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fld id="{91AC96F7-F8C6-4046-8A0D-FD31126D620D}" type="slidenum">
              <a:rPr kumimoji="0" lang="en-US" sz="1200" b="0" i="0" u="none" strike="noStrike" kern="1200" cap="none" spc="-1" normalizeH="0" baseline="0" noProof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>
                  <a:tab pos="0" algn="l"/>
                </a:tabLst>
                <a:defRPr/>
              </a:pPr>
              <a:t>‹#›</a:t>
            </a:fld>
            <a:endParaRPr kumimoji="0" lang="en-US" sz="1200" b="0" i="0" u="none" strike="noStrike" kern="1200" cap="none" spc="-1" normalizeH="0" baseline="0" noProof="0">
              <a:ln>
                <a:noFill/>
              </a:ln>
              <a:solidFill>
                <a:srgbClr val="000000">
                  <a:tint val="75000"/>
                </a:srgb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9A04D64-570C-4682-A126-1A707242455E}" type="datetime8">
              <a:rPr kumimoji="0" lang="he-IL" sz="1400" b="0" i="0" u="none" strike="noStrike" kern="1200" cap="none" spc="-1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23 יולי 25</a:t>
            </a:fld>
            <a:endParaRPr kumimoji="0" lang="en-US" sz="1400" b="0" i="0" u="none" strike="noStrike" kern="1200" cap="none" spc="-1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098150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71D757-100C-22CB-99BB-3E5C64E5F3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L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15B4BDA-EB56-7AC2-5935-5A1235129F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065D1C-C98B-44F5-AB2A-FEE3E85D0A94}" type="datetime8">
              <a:rPr lang="he-IL" smtClean="0"/>
              <a:t>23 יולי 25</a:t>
            </a:fld>
            <a:endParaRPr lang="he-IL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10EFC1B-84BC-A694-2C4F-920288338F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46BB759-4731-4D1A-9DE4-659716BC9F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AB8EDD-9EF2-4633-A1C2-4D908C1019B4}" type="slidenum">
              <a:rPr lang="he-IL" smtClean="0"/>
              <a:pPr/>
              <a:t>‹#›</a:t>
            </a:fld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12940770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8923D8D3-8A0C-C0C3-56AC-19EAA8349DAE}"/>
              </a:ext>
            </a:extLst>
          </p:cNvPr>
          <p:cNvSpPr/>
          <p:nvPr userDrawn="1"/>
        </p:nvSpPr>
        <p:spPr>
          <a:xfrm>
            <a:off x="7411975" y="152400"/>
            <a:ext cx="4669851" cy="6603844"/>
          </a:xfrm>
          <a:prstGeom prst="rect">
            <a:avLst/>
          </a:prstGeom>
          <a:noFill/>
          <a:ln w="28575">
            <a:gradFill>
              <a:gsLst>
                <a:gs pos="3000">
                  <a:srgbClr val="C00000"/>
                </a:gs>
                <a:gs pos="100000">
                  <a:srgbClr val="00B050"/>
                </a:gs>
              </a:gsLst>
              <a:lin ang="13800000" scaled="0"/>
            </a:gradFill>
            <a:prstDash val="dash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5"/>
          </a:fontRef>
        </p:style>
        <p:txBody>
          <a:bodyPr rtlCol="1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he-IL" sz="1800" b="0" i="0" u="none" strike="noStrike" kern="1200" cap="none" spc="0" normalizeH="0" baseline="0" noProof="0">
              <a:ln>
                <a:noFill/>
              </a:ln>
              <a:solidFill>
                <a:srgbClr val="3E8853"/>
              </a:solidFill>
              <a:effectLst/>
              <a:uLnTx/>
              <a:uFillTx/>
              <a:latin typeface="Calibri" panose="020F0502020204030204"/>
              <a:ea typeface="+mn-ea"/>
              <a:cs typeface="Arial" panose="020B0604020202020204" pitchFamily="34" charset="0"/>
              <a:sym typeface="Arial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29972F7-A50D-69FC-87EB-71773741BDD0}"/>
              </a:ext>
            </a:extLst>
          </p:cNvPr>
          <p:cNvSpPr/>
          <p:nvPr userDrawn="1"/>
        </p:nvSpPr>
        <p:spPr>
          <a:xfrm>
            <a:off x="152099" y="158536"/>
            <a:ext cx="7178079" cy="5327864"/>
          </a:xfrm>
          <a:prstGeom prst="rect">
            <a:avLst/>
          </a:prstGeom>
          <a:solidFill>
            <a:schemeClr val="bg1"/>
          </a:solidFill>
          <a:ln w="28575">
            <a:solidFill>
              <a:schemeClr val="accent5"/>
            </a:solidFill>
            <a:prstDash val="dash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5"/>
          </a:fontRef>
        </p:style>
        <p:txBody>
          <a:bodyPr rtlCol="1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he-IL" sz="1800" b="0" i="0" u="none" strike="noStrike" kern="1200" cap="none" spc="0" normalizeH="0" baseline="0" noProof="0">
              <a:ln>
                <a:noFill/>
              </a:ln>
              <a:solidFill>
                <a:srgbClr val="3E8853"/>
              </a:solidFill>
              <a:effectLst/>
              <a:uLnTx/>
              <a:uFillTx/>
              <a:latin typeface="Calibri" panose="020F0502020204030204"/>
              <a:ea typeface="+mn-ea"/>
              <a:cs typeface="Arial" panose="020B0604020202020204" pitchFamily="34" charset="0"/>
              <a:sym typeface="Arial"/>
            </a:endParaRPr>
          </a:p>
        </p:txBody>
      </p:sp>
      <p:pic>
        <p:nvPicPr>
          <p:cNvPr id="10" name="Graphic 9" descr="Head with gears with solid fill">
            <a:extLst>
              <a:ext uri="{FF2B5EF4-FFF2-40B4-BE49-F238E27FC236}">
                <a16:creationId xmlns:a16="http://schemas.microsoft.com/office/drawing/2014/main" id="{C1452FC5-77A6-3721-CDB7-1520ED45EE1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93121" y="4730858"/>
            <a:ext cx="737057" cy="737057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E5F85C8E-67E1-69B7-E67F-E2C18691CFA6}"/>
              </a:ext>
            </a:extLst>
          </p:cNvPr>
          <p:cNvSpPr/>
          <p:nvPr userDrawn="1"/>
        </p:nvSpPr>
        <p:spPr>
          <a:xfrm>
            <a:off x="152099" y="5574992"/>
            <a:ext cx="7178079" cy="1187348"/>
          </a:xfrm>
          <a:prstGeom prst="rect">
            <a:avLst/>
          </a:prstGeom>
          <a:noFill/>
          <a:ln w="28575">
            <a:solidFill>
              <a:srgbClr val="0070C0"/>
            </a:solidFill>
            <a:prstDash val="dash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5"/>
          </a:fontRef>
        </p:style>
        <p:txBody>
          <a:bodyPr rtlCol="1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he-IL" sz="1800" b="0" i="0" u="none" strike="noStrike" kern="1200" cap="none" spc="0" normalizeH="0" baseline="0" noProof="0">
              <a:ln>
                <a:noFill/>
              </a:ln>
              <a:solidFill>
                <a:srgbClr val="3E8853"/>
              </a:solidFill>
              <a:effectLst/>
              <a:uLnTx/>
              <a:uFillTx/>
              <a:latin typeface="Calibri" panose="020F0502020204030204"/>
              <a:ea typeface="+mn-ea"/>
              <a:cs typeface="Arial" panose="020B0604020202020204" pitchFamily="34" charset="0"/>
              <a:sym typeface="Arial"/>
            </a:endParaRPr>
          </a:p>
        </p:txBody>
      </p:sp>
      <p:pic>
        <p:nvPicPr>
          <p:cNvPr id="13" name="Graphic 12" descr="Head with gears with solid fill">
            <a:extLst>
              <a:ext uri="{FF2B5EF4-FFF2-40B4-BE49-F238E27FC236}">
                <a16:creationId xmlns:a16="http://schemas.microsoft.com/office/drawing/2014/main" id="{B95C30EF-CD67-F660-BE78-811B1464BB94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595511" y="6017756"/>
            <a:ext cx="737057" cy="737057"/>
          </a:xfrm>
          <a:prstGeom prst="rect">
            <a:avLst/>
          </a:prstGeom>
        </p:spPr>
      </p:pic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AB3D9F80-31D8-B989-15EF-E17CC1CBEEF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49238" y="5551059"/>
            <a:ext cx="6442075" cy="1203754"/>
          </a:xfrm>
        </p:spPr>
        <p:txBody>
          <a:bodyPr>
            <a:normAutofit/>
          </a:bodyPr>
          <a:lstStyle>
            <a:lvl1pPr>
              <a:defRPr sz="1600" b="0" i="0" baseline="0">
                <a:latin typeface="Calibri" panose="020F0502020204030204" pitchFamily="34" charset="0"/>
              </a:defRPr>
            </a:lvl1pPr>
            <a:lvl2pPr marL="685800" indent="-228600">
              <a:buSzPct val="75000"/>
              <a:buFont typeface="Courier New" panose="02070309020205020404" pitchFamily="49" charset="0"/>
              <a:buChar char="o"/>
              <a:defRPr sz="1600" baseline="0">
                <a:latin typeface="Calibri" panose="020F0502020204030204" pitchFamily="34" charset="0"/>
              </a:defRPr>
            </a:lvl2pPr>
            <a:lvl3pPr>
              <a:defRPr sz="1600" baseline="0">
                <a:latin typeface="Calibri" panose="020F0502020204030204" pitchFamily="34" charset="0"/>
              </a:defRPr>
            </a:lvl3pPr>
            <a:lvl4pPr>
              <a:defRPr sz="1600" baseline="0">
                <a:latin typeface="Calibri" panose="020F0502020204030204" pitchFamily="34" charset="0"/>
              </a:defRPr>
            </a:lvl4pPr>
            <a:lvl5pPr>
              <a:defRPr sz="1600" baseline="0">
                <a:latin typeface="Calibri" panose="020F0502020204030204" pitchFamily="34" charset="0"/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IL" dirty="0"/>
          </a:p>
        </p:txBody>
      </p:sp>
      <p:sp>
        <p:nvSpPr>
          <p:cNvPr id="32" name="Text Placeholder 31">
            <a:extLst>
              <a:ext uri="{FF2B5EF4-FFF2-40B4-BE49-F238E27FC236}">
                <a16:creationId xmlns:a16="http://schemas.microsoft.com/office/drawing/2014/main" id="{78A51A85-58C7-E884-8F85-6E2672CAEA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49238" y="277813"/>
            <a:ext cx="6442075" cy="4508500"/>
          </a:xfrm>
        </p:spPr>
        <p:txBody>
          <a:bodyPr>
            <a:normAutofit/>
          </a:bodyPr>
          <a:lstStyle>
            <a:lvl1pPr>
              <a:defRPr sz="1600" b="0" i="0" baseline="0">
                <a:latin typeface="Calibri" panose="020F0502020204030204" pitchFamily="34" charset="0"/>
              </a:defRPr>
            </a:lvl1pPr>
            <a:lvl2pPr marL="685800" indent="-228600">
              <a:buSzPct val="75000"/>
              <a:buFont typeface="Courier New" panose="02070309020205020404" pitchFamily="49" charset="0"/>
              <a:buChar char="o"/>
              <a:defRPr sz="1600" baseline="0">
                <a:latin typeface="Calibri" panose="020F0502020204030204" pitchFamily="34" charset="0"/>
              </a:defRPr>
            </a:lvl2pPr>
            <a:lvl3pPr>
              <a:defRPr sz="1600" baseline="0">
                <a:latin typeface="Calibri" panose="020F0502020204030204" pitchFamily="34" charset="0"/>
              </a:defRPr>
            </a:lvl3pPr>
            <a:lvl4pPr>
              <a:defRPr sz="1600" baseline="0">
                <a:latin typeface="Calibri" panose="020F0502020204030204" pitchFamily="34" charset="0"/>
              </a:defRPr>
            </a:lvl4pPr>
            <a:lvl5pPr>
              <a:defRPr sz="1600" baseline="0">
                <a:latin typeface="Calibri" panose="020F0502020204030204" pitchFamily="34" charset="0"/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IL" dirty="0"/>
          </a:p>
        </p:txBody>
      </p:sp>
      <p:sp>
        <p:nvSpPr>
          <p:cNvPr id="34" name="Text Placeholder 33">
            <a:extLst>
              <a:ext uri="{FF2B5EF4-FFF2-40B4-BE49-F238E27FC236}">
                <a16:creationId xmlns:a16="http://schemas.microsoft.com/office/drawing/2014/main" id="{9E55B804-7954-4EBA-7840-915BA3A86FF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512050" y="277813"/>
            <a:ext cx="4430713" cy="4238625"/>
          </a:xfrm>
        </p:spPr>
        <p:txBody>
          <a:bodyPr>
            <a:normAutofit/>
          </a:bodyPr>
          <a:lstStyle>
            <a:lvl1pPr>
              <a:defRPr sz="1600" b="1" i="0" baseline="0">
                <a:latin typeface="Calibri" panose="020F0502020204030204" pitchFamily="34" charset="0"/>
              </a:defRPr>
            </a:lvl1pPr>
            <a:lvl2pPr marL="685800" indent="-228600">
              <a:buSzPct val="75000"/>
              <a:buFont typeface="Courier New" panose="02070309020205020404" pitchFamily="49" charset="0"/>
              <a:buChar char="o"/>
              <a:defRPr sz="1600" baseline="0">
                <a:latin typeface="Calibri" panose="020F0502020204030204" pitchFamily="34" charset="0"/>
              </a:defRPr>
            </a:lvl2pPr>
            <a:lvl3pPr>
              <a:defRPr sz="1600" baseline="0">
                <a:latin typeface="Calibri" panose="020F0502020204030204" pitchFamily="34" charset="0"/>
              </a:defRPr>
            </a:lvl3pPr>
            <a:lvl4pPr>
              <a:defRPr sz="1600" baseline="0">
                <a:latin typeface="Calibri" panose="020F0502020204030204" pitchFamily="34" charset="0"/>
              </a:defRPr>
            </a:lvl4pPr>
            <a:lvl5pPr>
              <a:defRPr sz="1600" baseline="0">
                <a:latin typeface="Calibri" panose="020F0502020204030204" pitchFamily="34" charset="0"/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IL" dirty="0"/>
          </a:p>
        </p:txBody>
      </p:sp>
      <p:grpSp>
        <p:nvGrpSpPr>
          <p:cNvPr id="35" name="Group 34">
            <a:extLst>
              <a:ext uri="{FF2B5EF4-FFF2-40B4-BE49-F238E27FC236}">
                <a16:creationId xmlns:a16="http://schemas.microsoft.com/office/drawing/2014/main" id="{44C1DC00-862C-F13F-6746-C54A3CC153C3}"/>
              </a:ext>
            </a:extLst>
          </p:cNvPr>
          <p:cNvGrpSpPr/>
          <p:nvPr userDrawn="1"/>
        </p:nvGrpSpPr>
        <p:grpSpPr>
          <a:xfrm>
            <a:off x="11533068" y="3977076"/>
            <a:ext cx="508875" cy="545520"/>
            <a:chOff x="11554140" y="6215230"/>
            <a:chExt cx="508875" cy="545520"/>
          </a:xfrm>
        </p:grpSpPr>
        <p:sp>
          <p:nvSpPr>
            <p:cNvPr id="36" name="Freeform: Shape 92">
              <a:extLst>
                <a:ext uri="{FF2B5EF4-FFF2-40B4-BE49-F238E27FC236}">
                  <a16:creationId xmlns:a16="http://schemas.microsoft.com/office/drawing/2014/main" id="{6FA5ABCE-8A0B-5FC6-353F-DD4E97CD8FA4}"/>
                </a:ext>
              </a:extLst>
            </p:cNvPr>
            <p:cNvSpPr/>
            <p:nvPr userDrawn="1"/>
          </p:nvSpPr>
          <p:spPr>
            <a:xfrm>
              <a:off x="11554140" y="6215230"/>
              <a:ext cx="508875" cy="545520"/>
            </a:xfrm>
            <a:custGeom>
              <a:avLst/>
              <a:gdLst>
                <a:gd name="connsiteX0" fmla="*/ 345650 w 522312"/>
                <a:gd name="connsiteY0" fmla="*/ 151250 h 619588"/>
                <a:gd name="connsiteX1" fmla="*/ 326455 w 522312"/>
                <a:gd name="connsiteY1" fmla="*/ 160463 h 619588"/>
                <a:gd name="connsiteX2" fmla="*/ 318778 w 522312"/>
                <a:gd name="connsiteY2" fmla="*/ 177354 h 619588"/>
                <a:gd name="connsiteX3" fmla="*/ 325688 w 522312"/>
                <a:gd name="connsiteY3" fmla="*/ 197316 h 619588"/>
                <a:gd name="connsiteX4" fmla="*/ 310332 w 522312"/>
                <a:gd name="connsiteY4" fmla="*/ 212672 h 619588"/>
                <a:gd name="connsiteX5" fmla="*/ 290370 w 522312"/>
                <a:gd name="connsiteY5" fmla="*/ 205762 h 619588"/>
                <a:gd name="connsiteX6" fmla="*/ 273479 w 522312"/>
                <a:gd name="connsiteY6" fmla="*/ 212672 h 619588"/>
                <a:gd name="connsiteX7" fmla="*/ 264266 w 522312"/>
                <a:gd name="connsiteY7" fmla="*/ 231098 h 619588"/>
                <a:gd name="connsiteX8" fmla="*/ 242769 w 522312"/>
                <a:gd name="connsiteY8" fmla="*/ 231098 h 619588"/>
                <a:gd name="connsiteX9" fmla="*/ 233556 w 522312"/>
                <a:gd name="connsiteY9" fmla="*/ 211904 h 619588"/>
                <a:gd name="connsiteX10" fmla="*/ 216665 w 522312"/>
                <a:gd name="connsiteY10" fmla="*/ 204994 h 619588"/>
                <a:gd name="connsiteX11" fmla="*/ 196703 w 522312"/>
                <a:gd name="connsiteY11" fmla="*/ 211904 h 619588"/>
                <a:gd name="connsiteX12" fmla="*/ 181347 w 522312"/>
                <a:gd name="connsiteY12" fmla="*/ 196549 h 619588"/>
                <a:gd name="connsiteX13" fmla="*/ 188257 w 522312"/>
                <a:gd name="connsiteY13" fmla="*/ 176587 h 619588"/>
                <a:gd name="connsiteX14" fmla="*/ 181347 w 522312"/>
                <a:gd name="connsiteY14" fmla="*/ 159696 h 619588"/>
                <a:gd name="connsiteX15" fmla="*/ 162153 w 522312"/>
                <a:gd name="connsiteY15" fmla="*/ 150482 h 619588"/>
                <a:gd name="connsiteX16" fmla="*/ 162153 w 522312"/>
                <a:gd name="connsiteY16" fmla="*/ 128985 h 619588"/>
                <a:gd name="connsiteX17" fmla="*/ 181347 w 522312"/>
                <a:gd name="connsiteY17" fmla="*/ 119772 h 619588"/>
                <a:gd name="connsiteX18" fmla="*/ 188257 w 522312"/>
                <a:gd name="connsiteY18" fmla="*/ 102881 h 619588"/>
                <a:gd name="connsiteX19" fmla="*/ 182115 w 522312"/>
                <a:gd name="connsiteY19" fmla="*/ 82919 h 619588"/>
                <a:gd name="connsiteX20" fmla="*/ 197470 w 522312"/>
                <a:gd name="connsiteY20" fmla="*/ 67564 h 619588"/>
                <a:gd name="connsiteX21" fmla="*/ 217432 w 522312"/>
                <a:gd name="connsiteY21" fmla="*/ 74473 h 619588"/>
                <a:gd name="connsiteX22" fmla="*/ 234323 w 522312"/>
                <a:gd name="connsiteY22" fmla="*/ 67564 h 619588"/>
                <a:gd name="connsiteX23" fmla="*/ 243537 w 522312"/>
                <a:gd name="connsiteY23" fmla="*/ 48369 h 619588"/>
                <a:gd name="connsiteX24" fmla="*/ 265034 w 522312"/>
                <a:gd name="connsiteY24" fmla="*/ 48369 h 619588"/>
                <a:gd name="connsiteX25" fmla="*/ 274247 w 522312"/>
                <a:gd name="connsiteY25" fmla="*/ 66796 h 619588"/>
                <a:gd name="connsiteX26" fmla="*/ 291138 w 522312"/>
                <a:gd name="connsiteY26" fmla="*/ 73706 h 619588"/>
                <a:gd name="connsiteX27" fmla="*/ 311100 w 522312"/>
                <a:gd name="connsiteY27" fmla="*/ 66796 h 619588"/>
                <a:gd name="connsiteX28" fmla="*/ 326455 w 522312"/>
                <a:gd name="connsiteY28" fmla="*/ 82151 h 619588"/>
                <a:gd name="connsiteX29" fmla="*/ 319546 w 522312"/>
                <a:gd name="connsiteY29" fmla="*/ 102113 h 619588"/>
                <a:gd name="connsiteX30" fmla="*/ 326455 w 522312"/>
                <a:gd name="connsiteY30" fmla="*/ 119004 h 619588"/>
                <a:gd name="connsiteX31" fmla="*/ 345650 w 522312"/>
                <a:gd name="connsiteY31" fmla="*/ 128217 h 619588"/>
                <a:gd name="connsiteX32" fmla="*/ 345650 w 522312"/>
                <a:gd name="connsiteY32" fmla="*/ 151250 h 619588"/>
                <a:gd name="connsiteX33" fmla="*/ 248911 w 522312"/>
                <a:gd name="connsiteY33" fmla="*/ 307107 h 619588"/>
                <a:gd name="connsiteX34" fmla="*/ 229717 w 522312"/>
                <a:gd name="connsiteY34" fmla="*/ 316320 h 619588"/>
                <a:gd name="connsiteX35" fmla="*/ 222807 w 522312"/>
                <a:gd name="connsiteY35" fmla="*/ 333211 h 619588"/>
                <a:gd name="connsiteX36" fmla="*/ 228949 w 522312"/>
                <a:gd name="connsiteY36" fmla="*/ 353173 h 619588"/>
                <a:gd name="connsiteX37" fmla="*/ 213594 w 522312"/>
                <a:gd name="connsiteY37" fmla="*/ 368529 h 619588"/>
                <a:gd name="connsiteX38" fmla="*/ 193632 w 522312"/>
                <a:gd name="connsiteY38" fmla="*/ 361619 h 619588"/>
                <a:gd name="connsiteX39" fmla="*/ 176741 w 522312"/>
                <a:gd name="connsiteY39" fmla="*/ 368529 h 619588"/>
                <a:gd name="connsiteX40" fmla="*/ 168295 w 522312"/>
                <a:gd name="connsiteY40" fmla="*/ 386955 h 619588"/>
                <a:gd name="connsiteX41" fmla="*/ 146798 w 522312"/>
                <a:gd name="connsiteY41" fmla="*/ 386955 h 619588"/>
                <a:gd name="connsiteX42" fmla="*/ 137585 w 522312"/>
                <a:gd name="connsiteY42" fmla="*/ 367761 h 619588"/>
                <a:gd name="connsiteX43" fmla="*/ 120694 w 522312"/>
                <a:gd name="connsiteY43" fmla="*/ 360851 h 619588"/>
                <a:gd name="connsiteX44" fmla="*/ 100732 w 522312"/>
                <a:gd name="connsiteY44" fmla="*/ 366993 h 619588"/>
                <a:gd name="connsiteX45" fmla="*/ 85376 w 522312"/>
                <a:gd name="connsiteY45" fmla="*/ 351638 h 619588"/>
                <a:gd name="connsiteX46" fmla="*/ 92286 w 522312"/>
                <a:gd name="connsiteY46" fmla="*/ 331676 h 619588"/>
                <a:gd name="connsiteX47" fmla="*/ 85376 w 522312"/>
                <a:gd name="connsiteY47" fmla="*/ 314785 h 619588"/>
                <a:gd name="connsiteX48" fmla="*/ 66182 w 522312"/>
                <a:gd name="connsiteY48" fmla="*/ 305572 h 619588"/>
                <a:gd name="connsiteX49" fmla="*/ 66182 w 522312"/>
                <a:gd name="connsiteY49" fmla="*/ 284074 h 619588"/>
                <a:gd name="connsiteX50" fmla="*/ 85376 w 522312"/>
                <a:gd name="connsiteY50" fmla="*/ 274861 h 619588"/>
                <a:gd name="connsiteX51" fmla="*/ 92286 w 522312"/>
                <a:gd name="connsiteY51" fmla="*/ 257970 h 619588"/>
                <a:gd name="connsiteX52" fmla="*/ 85376 w 522312"/>
                <a:gd name="connsiteY52" fmla="*/ 238008 h 619588"/>
                <a:gd name="connsiteX53" fmla="*/ 100732 w 522312"/>
                <a:gd name="connsiteY53" fmla="*/ 222653 h 619588"/>
                <a:gd name="connsiteX54" fmla="*/ 120694 w 522312"/>
                <a:gd name="connsiteY54" fmla="*/ 229563 h 619588"/>
                <a:gd name="connsiteX55" fmla="*/ 137585 w 522312"/>
                <a:gd name="connsiteY55" fmla="*/ 222653 h 619588"/>
                <a:gd name="connsiteX56" fmla="*/ 146798 w 522312"/>
                <a:gd name="connsiteY56" fmla="*/ 203458 h 619588"/>
                <a:gd name="connsiteX57" fmla="*/ 169063 w 522312"/>
                <a:gd name="connsiteY57" fmla="*/ 203458 h 619588"/>
                <a:gd name="connsiteX58" fmla="*/ 178276 w 522312"/>
                <a:gd name="connsiteY58" fmla="*/ 222653 h 619588"/>
                <a:gd name="connsiteX59" fmla="*/ 195167 w 522312"/>
                <a:gd name="connsiteY59" fmla="*/ 229563 h 619588"/>
                <a:gd name="connsiteX60" fmla="*/ 215129 w 522312"/>
                <a:gd name="connsiteY60" fmla="*/ 222653 h 619588"/>
                <a:gd name="connsiteX61" fmla="*/ 230484 w 522312"/>
                <a:gd name="connsiteY61" fmla="*/ 238008 h 619588"/>
                <a:gd name="connsiteX62" fmla="*/ 223575 w 522312"/>
                <a:gd name="connsiteY62" fmla="*/ 257970 h 619588"/>
                <a:gd name="connsiteX63" fmla="*/ 230484 w 522312"/>
                <a:gd name="connsiteY63" fmla="*/ 274861 h 619588"/>
                <a:gd name="connsiteX64" fmla="*/ 249679 w 522312"/>
                <a:gd name="connsiteY64" fmla="*/ 284074 h 619588"/>
                <a:gd name="connsiteX65" fmla="*/ 248911 w 522312"/>
                <a:gd name="connsiteY65" fmla="*/ 307107 h 619588"/>
                <a:gd name="connsiteX66" fmla="*/ 248911 w 522312"/>
                <a:gd name="connsiteY66" fmla="*/ 307107 h 619588"/>
                <a:gd name="connsiteX67" fmla="*/ 514559 w 522312"/>
                <a:gd name="connsiteY67" fmla="*/ 335514 h 619588"/>
                <a:gd name="connsiteX68" fmla="*/ 461583 w 522312"/>
                <a:gd name="connsiteY68" fmla="*/ 243382 h 619588"/>
                <a:gd name="connsiteX69" fmla="*/ 461583 w 522312"/>
                <a:gd name="connsiteY69" fmla="*/ 239544 h 619588"/>
                <a:gd name="connsiteX70" fmla="*/ 348721 w 522312"/>
                <a:gd name="connsiteY70" fmla="*/ 32246 h 619588"/>
                <a:gd name="connsiteX71" fmla="*/ 113016 w 522312"/>
                <a:gd name="connsiteY71" fmla="*/ 32246 h 619588"/>
                <a:gd name="connsiteX72" fmla="*/ 154 w 522312"/>
                <a:gd name="connsiteY72" fmla="*/ 239544 h 619588"/>
                <a:gd name="connsiteX73" fmla="*/ 90751 w 522312"/>
                <a:gd name="connsiteY73" fmla="*/ 425343 h 619588"/>
                <a:gd name="connsiteX74" fmla="*/ 90751 w 522312"/>
                <a:gd name="connsiteY74" fmla="*/ 619589 h 619588"/>
                <a:gd name="connsiteX75" fmla="*/ 333365 w 522312"/>
                <a:gd name="connsiteY75" fmla="*/ 619589 h 619588"/>
                <a:gd name="connsiteX76" fmla="*/ 333365 w 522312"/>
                <a:gd name="connsiteY76" fmla="*/ 527456 h 619588"/>
                <a:gd name="connsiteX77" fmla="*/ 370986 w 522312"/>
                <a:gd name="connsiteY77" fmla="*/ 527456 h 619588"/>
                <a:gd name="connsiteX78" fmla="*/ 435478 w 522312"/>
                <a:gd name="connsiteY78" fmla="*/ 500585 h 619588"/>
                <a:gd name="connsiteX79" fmla="*/ 461583 w 522312"/>
                <a:gd name="connsiteY79" fmla="*/ 435324 h 619588"/>
                <a:gd name="connsiteX80" fmla="*/ 461583 w 522312"/>
                <a:gd name="connsiteY80" fmla="*/ 389258 h 619588"/>
                <a:gd name="connsiteX81" fmla="*/ 495364 w 522312"/>
                <a:gd name="connsiteY81" fmla="*/ 389258 h 619588"/>
                <a:gd name="connsiteX82" fmla="*/ 514559 w 522312"/>
                <a:gd name="connsiteY82" fmla="*/ 335514 h 6195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</a:cxnLst>
              <a:rect l="l" t="t" r="r" b="b"/>
              <a:pathLst>
                <a:path w="522312" h="619588">
                  <a:moveTo>
                    <a:pt x="345650" y="151250"/>
                  </a:moveTo>
                  <a:lnTo>
                    <a:pt x="326455" y="160463"/>
                  </a:lnTo>
                  <a:cubicBezTo>
                    <a:pt x="324920" y="166606"/>
                    <a:pt x="321849" y="171980"/>
                    <a:pt x="318778" y="177354"/>
                  </a:cubicBezTo>
                  <a:lnTo>
                    <a:pt x="325688" y="197316"/>
                  </a:lnTo>
                  <a:lnTo>
                    <a:pt x="310332" y="212672"/>
                  </a:lnTo>
                  <a:lnTo>
                    <a:pt x="290370" y="205762"/>
                  </a:lnTo>
                  <a:cubicBezTo>
                    <a:pt x="284996" y="208833"/>
                    <a:pt x="279622" y="211136"/>
                    <a:pt x="273479" y="212672"/>
                  </a:cubicBezTo>
                  <a:lnTo>
                    <a:pt x="264266" y="231098"/>
                  </a:lnTo>
                  <a:lnTo>
                    <a:pt x="242769" y="231098"/>
                  </a:lnTo>
                  <a:lnTo>
                    <a:pt x="233556" y="211904"/>
                  </a:lnTo>
                  <a:cubicBezTo>
                    <a:pt x="227413" y="210368"/>
                    <a:pt x="222039" y="208065"/>
                    <a:pt x="216665" y="204994"/>
                  </a:cubicBezTo>
                  <a:lnTo>
                    <a:pt x="196703" y="211904"/>
                  </a:lnTo>
                  <a:lnTo>
                    <a:pt x="181347" y="196549"/>
                  </a:lnTo>
                  <a:lnTo>
                    <a:pt x="188257" y="176587"/>
                  </a:lnTo>
                  <a:cubicBezTo>
                    <a:pt x="185186" y="171212"/>
                    <a:pt x="182883" y="165838"/>
                    <a:pt x="181347" y="159696"/>
                  </a:cubicBezTo>
                  <a:lnTo>
                    <a:pt x="162153" y="150482"/>
                  </a:lnTo>
                  <a:lnTo>
                    <a:pt x="162153" y="128985"/>
                  </a:lnTo>
                  <a:lnTo>
                    <a:pt x="181347" y="119772"/>
                  </a:lnTo>
                  <a:cubicBezTo>
                    <a:pt x="182883" y="113630"/>
                    <a:pt x="185186" y="108255"/>
                    <a:pt x="188257" y="102881"/>
                  </a:cubicBezTo>
                  <a:lnTo>
                    <a:pt x="182115" y="82919"/>
                  </a:lnTo>
                  <a:lnTo>
                    <a:pt x="197470" y="67564"/>
                  </a:lnTo>
                  <a:lnTo>
                    <a:pt x="217432" y="74473"/>
                  </a:lnTo>
                  <a:cubicBezTo>
                    <a:pt x="222807" y="71402"/>
                    <a:pt x="228181" y="69099"/>
                    <a:pt x="234323" y="67564"/>
                  </a:cubicBezTo>
                  <a:lnTo>
                    <a:pt x="243537" y="48369"/>
                  </a:lnTo>
                  <a:lnTo>
                    <a:pt x="265034" y="48369"/>
                  </a:lnTo>
                  <a:lnTo>
                    <a:pt x="274247" y="66796"/>
                  </a:lnTo>
                  <a:cubicBezTo>
                    <a:pt x="280389" y="68331"/>
                    <a:pt x="285764" y="70635"/>
                    <a:pt x="291138" y="73706"/>
                  </a:cubicBezTo>
                  <a:lnTo>
                    <a:pt x="311100" y="66796"/>
                  </a:lnTo>
                  <a:lnTo>
                    <a:pt x="326455" y="82151"/>
                  </a:lnTo>
                  <a:lnTo>
                    <a:pt x="319546" y="102113"/>
                  </a:lnTo>
                  <a:cubicBezTo>
                    <a:pt x="322617" y="107487"/>
                    <a:pt x="324920" y="112862"/>
                    <a:pt x="326455" y="119004"/>
                  </a:cubicBezTo>
                  <a:lnTo>
                    <a:pt x="345650" y="128217"/>
                  </a:lnTo>
                  <a:lnTo>
                    <a:pt x="345650" y="151250"/>
                  </a:lnTo>
                  <a:close/>
                  <a:moveTo>
                    <a:pt x="248911" y="307107"/>
                  </a:moveTo>
                  <a:lnTo>
                    <a:pt x="229717" y="316320"/>
                  </a:lnTo>
                  <a:cubicBezTo>
                    <a:pt x="228181" y="322462"/>
                    <a:pt x="225878" y="327837"/>
                    <a:pt x="222807" y="333211"/>
                  </a:cubicBezTo>
                  <a:lnTo>
                    <a:pt x="228949" y="353173"/>
                  </a:lnTo>
                  <a:lnTo>
                    <a:pt x="213594" y="368529"/>
                  </a:lnTo>
                  <a:lnTo>
                    <a:pt x="193632" y="361619"/>
                  </a:lnTo>
                  <a:cubicBezTo>
                    <a:pt x="188257" y="364690"/>
                    <a:pt x="182883" y="366993"/>
                    <a:pt x="176741" y="368529"/>
                  </a:cubicBezTo>
                  <a:lnTo>
                    <a:pt x="168295" y="386955"/>
                  </a:lnTo>
                  <a:lnTo>
                    <a:pt x="146798" y="386955"/>
                  </a:lnTo>
                  <a:lnTo>
                    <a:pt x="137585" y="367761"/>
                  </a:lnTo>
                  <a:cubicBezTo>
                    <a:pt x="131442" y="366225"/>
                    <a:pt x="126068" y="363922"/>
                    <a:pt x="120694" y="360851"/>
                  </a:cubicBezTo>
                  <a:lnTo>
                    <a:pt x="100732" y="366993"/>
                  </a:lnTo>
                  <a:lnTo>
                    <a:pt x="85376" y="351638"/>
                  </a:lnTo>
                  <a:lnTo>
                    <a:pt x="92286" y="331676"/>
                  </a:lnTo>
                  <a:cubicBezTo>
                    <a:pt x="89215" y="326301"/>
                    <a:pt x="86912" y="320927"/>
                    <a:pt x="85376" y="314785"/>
                  </a:cubicBezTo>
                  <a:lnTo>
                    <a:pt x="66182" y="305572"/>
                  </a:lnTo>
                  <a:lnTo>
                    <a:pt x="66182" y="284074"/>
                  </a:lnTo>
                  <a:lnTo>
                    <a:pt x="85376" y="274861"/>
                  </a:lnTo>
                  <a:cubicBezTo>
                    <a:pt x="86912" y="268719"/>
                    <a:pt x="89215" y="263344"/>
                    <a:pt x="92286" y="257970"/>
                  </a:cubicBezTo>
                  <a:lnTo>
                    <a:pt x="85376" y="238008"/>
                  </a:lnTo>
                  <a:lnTo>
                    <a:pt x="100732" y="222653"/>
                  </a:lnTo>
                  <a:lnTo>
                    <a:pt x="120694" y="229563"/>
                  </a:lnTo>
                  <a:cubicBezTo>
                    <a:pt x="126068" y="226491"/>
                    <a:pt x="131442" y="224188"/>
                    <a:pt x="137585" y="222653"/>
                  </a:cubicBezTo>
                  <a:lnTo>
                    <a:pt x="146798" y="203458"/>
                  </a:lnTo>
                  <a:lnTo>
                    <a:pt x="169063" y="203458"/>
                  </a:lnTo>
                  <a:lnTo>
                    <a:pt x="178276" y="222653"/>
                  </a:lnTo>
                  <a:cubicBezTo>
                    <a:pt x="184418" y="224188"/>
                    <a:pt x="189793" y="226491"/>
                    <a:pt x="195167" y="229563"/>
                  </a:cubicBezTo>
                  <a:lnTo>
                    <a:pt x="215129" y="222653"/>
                  </a:lnTo>
                  <a:lnTo>
                    <a:pt x="230484" y="238008"/>
                  </a:lnTo>
                  <a:lnTo>
                    <a:pt x="223575" y="257970"/>
                  </a:lnTo>
                  <a:cubicBezTo>
                    <a:pt x="226646" y="263344"/>
                    <a:pt x="228949" y="268719"/>
                    <a:pt x="230484" y="274861"/>
                  </a:cubicBezTo>
                  <a:lnTo>
                    <a:pt x="249679" y="284074"/>
                  </a:lnTo>
                  <a:lnTo>
                    <a:pt x="248911" y="307107"/>
                  </a:lnTo>
                  <a:lnTo>
                    <a:pt x="248911" y="307107"/>
                  </a:lnTo>
                  <a:close/>
                  <a:moveTo>
                    <a:pt x="514559" y="335514"/>
                  </a:moveTo>
                  <a:lnTo>
                    <a:pt x="461583" y="243382"/>
                  </a:lnTo>
                  <a:lnTo>
                    <a:pt x="461583" y="239544"/>
                  </a:lnTo>
                  <a:cubicBezTo>
                    <a:pt x="464654" y="155089"/>
                    <a:pt x="421659" y="76009"/>
                    <a:pt x="348721" y="32246"/>
                  </a:cubicBezTo>
                  <a:cubicBezTo>
                    <a:pt x="275783" y="-10749"/>
                    <a:pt x="185954" y="-10749"/>
                    <a:pt x="113016" y="32246"/>
                  </a:cubicBezTo>
                  <a:cubicBezTo>
                    <a:pt x="40078" y="75241"/>
                    <a:pt x="-2917" y="155089"/>
                    <a:pt x="154" y="239544"/>
                  </a:cubicBezTo>
                  <a:cubicBezTo>
                    <a:pt x="154" y="312481"/>
                    <a:pt x="33168" y="380813"/>
                    <a:pt x="90751" y="425343"/>
                  </a:cubicBezTo>
                  <a:lnTo>
                    <a:pt x="90751" y="619589"/>
                  </a:lnTo>
                  <a:lnTo>
                    <a:pt x="333365" y="619589"/>
                  </a:lnTo>
                  <a:lnTo>
                    <a:pt x="333365" y="527456"/>
                  </a:lnTo>
                  <a:lnTo>
                    <a:pt x="370986" y="527456"/>
                  </a:lnTo>
                  <a:cubicBezTo>
                    <a:pt x="395555" y="527456"/>
                    <a:pt x="418588" y="517475"/>
                    <a:pt x="435478" y="500585"/>
                  </a:cubicBezTo>
                  <a:cubicBezTo>
                    <a:pt x="452369" y="482926"/>
                    <a:pt x="461583" y="459893"/>
                    <a:pt x="461583" y="435324"/>
                  </a:cubicBezTo>
                  <a:lnTo>
                    <a:pt x="461583" y="389258"/>
                  </a:lnTo>
                  <a:lnTo>
                    <a:pt x="495364" y="389258"/>
                  </a:lnTo>
                  <a:cubicBezTo>
                    <a:pt x="515326" y="386955"/>
                    <a:pt x="532985" y="363922"/>
                    <a:pt x="514559" y="335514"/>
                  </a:cubicBezTo>
                  <a:close/>
                </a:path>
              </a:pathLst>
            </a:custGeom>
            <a:gradFill>
              <a:gsLst>
                <a:gs pos="48000">
                  <a:srgbClr val="62983E"/>
                </a:gs>
                <a:gs pos="55000">
                  <a:srgbClr val="C00000"/>
                </a:gs>
              </a:gsLst>
              <a:lin ang="1800000" scaled="0"/>
            </a:gradFill>
            <a:ln w="7640" cap="flat">
              <a:noFill/>
              <a:prstDash val="solid"/>
              <a:miter/>
            </a:ln>
          </p:spPr>
          <p:txBody>
            <a:bodyPr rtlCol="1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he-IL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37" name="Oval 36">
              <a:extLst>
                <a:ext uri="{FF2B5EF4-FFF2-40B4-BE49-F238E27FC236}">
                  <a16:creationId xmlns:a16="http://schemas.microsoft.com/office/drawing/2014/main" id="{3C1D1AA7-60FF-E868-78AC-3FFC794300A4}"/>
                </a:ext>
              </a:extLst>
            </p:cNvPr>
            <p:cNvSpPr/>
            <p:nvPr userDrawn="1"/>
          </p:nvSpPr>
          <p:spPr>
            <a:xfrm>
              <a:off x="11773048" y="6311515"/>
              <a:ext cx="58734" cy="58853"/>
            </a:xfrm>
            <a:prstGeom prst="ellipse">
              <a:avLst/>
            </a:prstGeom>
            <a:solidFill>
              <a:srgbClr val="62983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L"/>
            </a:p>
          </p:txBody>
        </p:sp>
        <p:sp>
          <p:nvSpPr>
            <p:cNvPr id="38" name="Oval 37">
              <a:extLst>
                <a:ext uri="{FF2B5EF4-FFF2-40B4-BE49-F238E27FC236}">
                  <a16:creationId xmlns:a16="http://schemas.microsoft.com/office/drawing/2014/main" id="{993A43D9-7C2F-EB45-D545-4103EC7CEBA8}"/>
                </a:ext>
              </a:extLst>
            </p:cNvPr>
            <p:cNvSpPr/>
            <p:nvPr userDrawn="1"/>
          </p:nvSpPr>
          <p:spPr>
            <a:xfrm>
              <a:off x="11679143" y="6448520"/>
              <a:ext cx="58734" cy="58853"/>
            </a:xfrm>
            <a:prstGeom prst="ellipse">
              <a:avLst/>
            </a:prstGeom>
            <a:solidFill>
              <a:srgbClr val="62983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L"/>
            </a:p>
          </p:txBody>
        </p:sp>
      </p:grpSp>
    </p:spTree>
    <p:extLst>
      <p:ext uri="{BB962C8B-B14F-4D97-AF65-F5344CB8AC3E}">
        <p14:creationId xmlns:p14="http://schemas.microsoft.com/office/powerpoint/2010/main" val="400123140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AB3D9F80-31D8-B989-15EF-E17CC1CBEEF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49238" y="5202238"/>
            <a:ext cx="6442075" cy="1552575"/>
          </a:xfrm>
        </p:spPr>
        <p:txBody>
          <a:bodyPr>
            <a:normAutofit/>
          </a:bodyPr>
          <a:lstStyle>
            <a:lvl1pPr>
              <a:defRPr sz="1600" b="0" i="0" baseline="0">
                <a:latin typeface="Calibri" panose="020F0502020204030204" pitchFamily="34" charset="0"/>
              </a:defRPr>
            </a:lvl1pPr>
            <a:lvl2pPr marL="685800" indent="-228600">
              <a:buSzPct val="75000"/>
              <a:buFont typeface="Courier New" panose="02070309020205020404" pitchFamily="49" charset="0"/>
              <a:buChar char="o"/>
              <a:defRPr sz="1600" baseline="0">
                <a:latin typeface="Calibri" panose="020F0502020204030204" pitchFamily="34" charset="0"/>
              </a:defRPr>
            </a:lvl2pPr>
            <a:lvl3pPr>
              <a:defRPr sz="1600" baseline="0">
                <a:latin typeface="Calibri" panose="020F0502020204030204" pitchFamily="34" charset="0"/>
              </a:defRPr>
            </a:lvl3pPr>
            <a:lvl4pPr>
              <a:defRPr sz="1600" baseline="0">
                <a:latin typeface="Calibri" panose="020F0502020204030204" pitchFamily="34" charset="0"/>
              </a:defRPr>
            </a:lvl4pPr>
            <a:lvl5pPr>
              <a:defRPr sz="1600" baseline="0">
                <a:latin typeface="Calibri" panose="020F0502020204030204" pitchFamily="34" charset="0"/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IL" dirty="0"/>
          </a:p>
        </p:txBody>
      </p:sp>
      <p:sp>
        <p:nvSpPr>
          <p:cNvPr id="32" name="Text Placeholder 31">
            <a:extLst>
              <a:ext uri="{FF2B5EF4-FFF2-40B4-BE49-F238E27FC236}">
                <a16:creationId xmlns:a16="http://schemas.microsoft.com/office/drawing/2014/main" id="{78A51A85-58C7-E884-8F85-6E2672CAEA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49238" y="277813"/>
            <a:ext cx="6442075" cy="4508500"/>
          </a:xfrm>
        </p:spPr>
        <p:txBody>
          <a:bodyPr>
            <a:normAutofit/>
          </a:bodyPr>
          <a:lstStyle>
            <a:lvl1pPr>
              <a:defRPr sz="1600" b="0" i="0" baseline="0">
                <a:latin typeface="Calibri" panose="020F0502020204030204" pitchFamily="34" charset="0"/>
              </a:defRPr>
            </a:lvl1pPr>
            <a:lvl2pPr marL="685800" indent="-228600">
              <a:buSzPct val="75000"/>
              <a:buFont typeface="Courier New" panose="02070309020205020404" pitchFamily="49" charset="0"/>
              <a:buChar char="o"/>
              <a:defRPr sz="1600" baseline="0">
                <a:latin typeface="Calibri" panose="020F0502020204030204" pitchFamily="34" charset="0"/>
              </a:defRPr>
            </a:lvl2pPr>
            <a:lvl3pPr>
              <a:defRPr sz="1600" baseline="0">
                <a:latin typeface="Calibri" panose="020F0502020204030204" pitchFamily="34" charset="0"/>
              </a:defRPr>
            </a:lvl3pPr>
            <a:lvl4pPr>
              <a:defRPr sz="1600" baseline="0">
                <a:latin typeface="Calibri" panose="020F0502020204030204" pitchFamily="34" charset="0"/>
              </a:defRPr>
            </a:lvl4pPr>
            <a:lvl5pPr>
              <a:defRPr sz="1600" baseline="0">
                <a:latin typeface="Calibri" panose="020F0502020204030204" pitchFamily="34" charset="0"/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IL" dirty="0"/>
          </a:p>
        </p:txBody>
      </p:sp>
      <p:sp>
        <p:nvSpPr>
          <p:cNvPr id="34" name="Text Placeholder 33">
            <a:extLst>
              <a:ext uri="{FF2B5EF4-FFF2-40B4-BE49-F238E27FC236}">
                <a16:creationId xmlns:a16="http://schemas.microsoft.com/office/drawing/2014/main" id="{9E55B804-7954-4EBA-7840-915BA3A86FF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512050" y="277813"/>
            <a:ext cx="4430713" cy="6372369"/>
          </a:xfrm>
        </p:spPr>
        <p:txBody>
          <a:bodyPr>
            <a:normAutofit/>
          </a:bodyPr>
          <a:lstStyle>
            <a:lvl1pPr>
              <a:defRPr sz="1600" b="1" i="0" baseline="0">
                <a:latin typeface="Calibri" panose="020F0502020204030204" pitchFamily="34" charset="0"/>
              </a:defRPr>
            </a:lvl1pPr>
            <a:lvl2pPr marL="685800" indent="-228600">
              <a:buSzPct val="75000"/>
              <a:buFont typeface="Courier New" panose="02070309020205020404" pitchFamily="49" charset="0"/>
              <a:buChar char="o"/>
              <a:defRPr sz="1600" baseline="0">
                <a:latin typeface="Calibri" panose="020F0502020204030204" pitchFamily="34" charset="0"/>
              </a:defRPr>
            </a:lvl2pPr>
            <a:lvl3pPr>
              <a:defRPr sz="1600" baseline="0">
                <a:latin typeface="Calibri" panose="020F0502020204030204" pitchFamily="34" charset="0"/>
              </a:defRPr>
            </a:lvl3pPr>
            <a:lvl4pPr>
              <a:defRPr sz="1600" baseline="0">
                <a:latin typeface="Calibri" panose="020F0502020204030204" pitchFamily="34" charset="0"/>
              </a:defRPr>
            </a:lvl4pPr>
            <a:lvl5pPr>
              <a:defRPr sz="1600" baseline="0">
                <a:latin typeface="Calibri" panose="020F0502020204030204" pitchFamily="34" charset="0"/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193499940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1EEDABD8-1012-46AD-89C2-C8E4E06DB9B5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333375" y="0"/>
            <a:ext cx="12192000" cy="6858000"/>
          </a:xfrm>
          <a:prstGeom prst="rect">
            <a:avLst/>
          </a:prstGeom>
        </p:spPr>
      </p:pic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C9C71F-AAAB-425C-B1EA-7A7182DF40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72268" y="401637"/>
            <a:ext cx="875347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  <a:endParaRPr lang="he-IL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2EFA75E-5AAA-412B-BAE0-CF5F86B37F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10143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he-IL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5198C1-7EB5-4CA4-98A0-2833A18F30E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310143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E065D1C-C98B-44F5-AB2A-FEE3E85D0A94}" type="datetime8">
              <a:rPr lang="he-IL" smtClean="0"/>
              <a:t>23 יולי 25</a:t>
            </a:fld>
            <a:endParaRPr lang="he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897CC5-2317-4D8E-8C89-E7B89F4BE95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510543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he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F048FF-C291-43F3-A9DD-3B48AE56F5B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28704" y="6476841"/>
            <a:ext cx="45223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AB8EDD-9EF2-4633-A1C2-4D908C1019B4}" type="slidenum">
              <a:rPr lang="he-IL" smtClean="0"/>
              <a:pPr/>
              <a:t>‹#›</a:t>
            </a:fld>
            <a:endParaRPr lang="he-IL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8E4796AD-E6DA-B041-C0B0-01B149D5423E}"/>
              </a:ext>
            </a:extLst>
          </p:cNvPr>
          <p:cNvPicPr>
            <a:picLocks noChangeAspect="1"/>
          </p:cNvPicPr>
          <p:nvPr userDrawn="1"/>
        </p:nvPicPr>
        <p:blipFill>
          <a:blip r:embed="rId8"/>
          <a:srcRect t="18633" r="19758" b="13675"/>
          <a:stretch>
            <a:fillRect/>
          </a:stretch>
        </p:blipFill>
        <p:spPr>
          <a:xfrm>
            <a:off x="9352102" y="6255622"/>
            <a:ext cx="2506523" cy="5665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18665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9" r:id="rId3"/>
    <p:sldLayoutId id="2147483662" r:id="rId4"/>
    <p:sldLayoutId id="2147483670" r:id="rId5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rgbClr val="009DBB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e-I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Rectangle 1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0680" cy="685656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endParaRPr kumimoji="0" lang="en-US" sz="1800" b="0" i="0" u="none" strike="noStrike" kern="1200" cap="none" spc="-1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92" name="Picture 1" descr="A green object on a black surface&#10;&#10;Description automatically generated with low confidence"/>
          <p:cNvPicPr/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547880" y="0"/>
            <a:ext cx="7642800" cy="3655440"/>
          </a:xfrm>
          <a:prstGeom prst="rect">
            <a:avLst/>
          </a:prstGeom>
          <a:ln w="0">
            <a:noFill/>
          </a:ln>
        </p:spPr>
      </p:pic>
      <p:pic>
        <p:nvPicPr>
          <p:cNvPr id="93" name="Picture 9"/>
          <p:cNvPicPr/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547880" y="3681360"/>
            <a:ext cx="7642800" cy="3175200"/>
          </a:xfrm>
          <a:prstGeom prst="rect">
            <a:avLst/>
          </a:prstGeom>
          <a:ln w="0">
            <a:noFill/>
          </a:ln>
        </p:spPr>
      </p:pic>
      <p:sp>
        <p:nvSpPr>
          <p:cNvPr id="94" name="Rectangle 1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12240"/>
            <a:ext cx="12190680" cy="6856560"/>
          </a:xfrm>
          <a:prstGeom prst="rect">
            <a:avLst/>
          </a:prstGeom>
          <a:gradFill rotWithShape="0">
            <a:gsLst>
              <a:gs pos="36000">
                <a:srgbClr val="0D0D0D"/>
              </a:gs>
              <a:gs pos="81000">
                <a:srgbClr val="0D0D0D">
                  <a:alpha val="0"/>
                </a:srgbClr>
              </a:gs>
            </a:gsLst>
            <a:lin ang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endParaRPr kumimoji="0" lang="en-US" sz="1800" b="0" i="0" u="none" strike="noStrike" kern="1200" cap="none" spc="-1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5" name="PlaceHolder 1"/>
          <p:cNvSpPr>
            <a:spLocks noGrp="1"/>
          </p:cNvSpPr>
          <p:nvPr>
            <p:ph type="title"/>
          </p:nvPr>
        </p:nvSpPr>
        <p:spPr>
          <a:xfrm>
            <a:off x="838080" y="1956600"/>
            <a:ext cx="5394600" cy="1723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>
              <a:tabLst>
                <a:tab pos="0" algn="l"/>
              </a:tabLst>
            </a:pPr>
            <a:r>
              <a:rPr lang="en-US" sz="4000" b="0" strike="noStrike" spc="-1" dirty="0">
                <a:solidFill>
                  <a:schemeClr val="lt1"/>
                </a:solidFill>
                <a:latin typeface="Calibri Light"/>
              </a:rPr>
              <a:t>Ba</a:t>
            </a:r>
            <a:r>
              <a:rPr lang="en-US" sz="4000" spc="-1" dirty="0">
                <a:solidFill>
                  <a:schemeClr val="lt1"/>
                </a:solidFill>
                <a:latin typeface="Calibri Light"/>
              </a:rPr>
              <a:t>ckbone-Graph</a:t>
            </a:r>
            <a:endParaRPr lang="en-US" sz="4000" b="0" strike="noStrike" spc="-1" dirty="0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96" name="Straight Connector 2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 flipH="1">
            <a:off x="838080" y="3681360"/>
            <a:ext cx="11355120" cy="1440"/>
          </a:xfrm>
          <a:prstGeom prst="straightConnector1">
            <a:avLst/>
          </a:prstGeom>
          <a:ln w="12700">
            <a:solidFill>
              <a:srgbClr val="ED7D31"/>
            </a:solidFill>
            <a:round/>
          </a:ln>
        </p:spPr>
      </p:cxnSp>
      <p:sp>
        <p:nvSpPr>
          <p:cNvPr id="97" name="PlaceHolder 2"/>
          <p:cNvSpPr>
            <a:spLocks noGrp="1"/>
          </p:cNvSpPr>
          <p:nvPr>
            <p:ph type="sldNum" idx="40"/>
          </p:nvPr>
        </p:nvSpPr>
        <p:spPr>
          <a:xfrm>
            <a:off x="10542495" y="6410308"/>
            <a:ext cx="1577788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lstStyle>
            <a:lvl1pPr indent="0" algn="ctr" defTabSz="914400">
              <a:lnSpc>
                <a:spcPct val="100000"/>
              </a:lnSpc>
              <a:spcAft>
                <a:spcPts val="601"/>
              </a:spcAft>
              <a:buNone/>
              <a:tabLst>
                <a:tab pos="0" algn="l"/>
              </a:tabLst>
              <a:defRPr lang="en-US" sz="1200" b="0" strike="noStrike" spc="-1">
                <a:solidFill>
                  <a:srgbClr val="FFFFFF"/>
                </a:solidFill>
                <a:latin typeface="Calibri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1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fld id="{A5A8F3B1-4971-4686-9FD0-4C14591E231A}" type="slidenum">
              <a:rPr kumimoji="0" lang="en-US" sz="1200" b="0" i="0" u="none" strike="noStrike" kern="1200" cap="none" spc="-1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1"/>
                </a:spcAft>
                <a:buClrTx/>
                <a:buSzTx/>
                <a:buFontTx/>
                <a:buNone/>
                <a:tabLst>
                  <a:tab pos="0" algn="l"/>
                </a:tabLst>
                <a:defRPr/>
              </a:pPr>
              <a:t>1</a:t>
            </a:fld>
            <a:endParaRPr kumimoji="0" lang="en-US" sz="1200" b="0" i="0" u="none" strike="noStrike" kern="1200" cap="none" spc="-1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+mn-ea"/>
              <a:cs typeface="+mn-cs"/>
            </a:endParaRPr>
          </a:p>
        </p:txBody>
      </p:sp>
      <p:sp>
        <p:nvSpPr>
          <p:cNvPr id="98" name="Title 4"/>
          <p:cNvSpPr/>
          <p:nvPr/>
        </p:nvSpPr>
        <p:spPr>
          <a:xfrm>
            <a:off x="908452" y="5352038"/>
            <a:ext cx="4811213" cy="491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2400" kern="1200" dirty="0">
                <a:solidFill>
                  <a:prstClr val="white"/>
                </a:solidFill>
                <a:latin typeface="Calibri" panose="020F0502020204030204"/>
              </a:rPr>
              <a:t>23</a:t>
            </a:r>
            <a:r>
              <a:rPr lang="en-US" sz="2400" kern="1200" dirty="0">
                <a:solidFill>
                  <a:prstClr val="white"/>
                </a:solidFill>
                <a:latin typeface="Calibri" panose="020F0502020204030204"/>
              </a:rPr>
              <a:t>/07/2025</a:t>
            </a:r>
            <a:endParaRPr kumimoji="0" lang="he-IL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285812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A4091F-4AAF-E5D7-5D98-9ECBFAEE5B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>
            <a:extLst>
              <a:ext uri="{FF2B5EF4-FFF2-40B4-BE49-F238E27FC236}">
                <a16:creationId xmlns:a16="http://schemas.microsoft.com/office/drawing/2014/main" id="{66F0DF14-9A36-E869-D519-A840369633AD}"/>
              </a:ext>
            </a:extLst>
          </p:cNvPr>
          <p:cNvSpPr txBox="1">
            <a:spLocks/>
          </p:cNvSpPr>
          <p:nvPr/>
        </p:nvSpPr>
        <p:spPr>
          <a:xfrm>
            <a:off x="3060430" y="392571"/>
            <a:ext cx="6835578" cy="766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>
              <a:buClrTx/>
              <a:tabLst>
                <a:tab pos="0" algn="l"/>
              </a:tabLst>
              <a:defRPr/>
            </a:pPr>
            <a:r>
              <a:rPr lang="en-GB" sz="3600" spc="-1" dirty="0">
                <a:solidFill>
                  <a:srgbClr val="009DBB"/>
                </a:solidFill>
                <a:latin typeface="Arial"/>
              </a:rPr>
              <a:t>List of Extracted Topics</a:t>
            </a:r>
            <a:endParaRPr lang="en-US" sz="3600" spc="-1" dirty="0">
              <a:solidFill>
                <a:srgbClr val="009DBB"/>
              </a:solidFill>
              <a:latin typeface="Arial"/>
            </a:endParaRPr>
          </a:p>
        </p:txBody>
      </p:sp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3CE67448-949D-A5B8-71D9-911A14C89324}"/>
              </a:ext>
            </a:extLst>
          </p:cNvPr>
          <p:cNvSpPr txBox="1">
            <a:spLocks/>
          </p:cNvSpPr>
          <p:nvPr/>
        </p:nvSpPr>
        <p:spPr>
          <a:xfrm>
            <a:off x="11739563" y="6477000"/>
            <a:ext cx="45243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200" b="0" i="0" u="none" strike="noStrike" cap="none">
                <a:solidFill>
                  <a:schemeClr val="tx1">
                    <a:tint val="75000"/>
                  </a:schemeClr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ClrTx/>
              <a:buFontTx/>
              <a:buNone/>
              <a:tabLst>
                <a:tab pos="0" algn="l"/>
              </a:tabLst>
              <a:defRPr/>
            </a:pPr>
            <a:fld id="{91AC96F7-F8C6-4046-8A0D-FD31126D620D}" type="slidenum">
              <a:rPr lang="en-US" kern="1200" spc="-1" smtClean="0">
                <a:solidFill>
                  <a:srgbClr val="000000">
                    <a:tint val="75000"/>
                  </a:srgbClr>
                </a:solidFill>
                <a:latin typeface="Calibri"/>
                <a:ea typeface="+mn-ea"/>
                <a:cs typeface="+mn-cs"/>
              </a:rPr>
              <a:pPr>
                <a:buClrTx/>
                <a:buFontTx/>
                <a:buNone/>
                <a:tabLst>
                  <a:tab pos="0" algn="l"/>
                </a:tabLst>
                <a:defRPr/>
              </a:pPr>
              <a:t>2</a:t>
            </a:fld>
            <a:endParaRPr lang="en-US" kern="1200" spc="-1" dirty="0">
              <a:solidFill>
                <a:srgbClr val="000000">
                  <a:tint val="75000"/>
                </a:srgbClr>
              </a:solidFill>
              <a:latin typeface="Calibri"/>
              <a:ea typeface="+mn-ea"/>
              <a:cs typeface="+mn-cs"/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69A46226-87A7-22A7-3C36-816935B31B9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10801736"/>
              </p:ext>
            </p:extLst>
          </p:nvPr>
        </p:nvGraphicFramePr>
        <p:xfrm>
          <a:off x="1555540" y="2067766"/>
          <a:ext cx="9845358" cy="3022394"/>
        </p:xfrm>
        <a:graphic>
          <a:graphicData uri="http://schemas.openxmlformats.org/drawingml/2006/table">
            <a:tbl>
              <a:tblPr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tableStyleId>{3C2FFA5D-87B4-456A-9821-1D502468CF0F}</a:tableStyleId>
              </a:tblPr>
              <a:tblGrid>
                <a:gridCol w="1454960">
                  <a:extLst>
                    <a:ext uri="{9D8B030D-6E8A-4147-A177-3AD203B41FA5}">
                      <a16:colId xmlns:a16="http://schemas.microsoft.com/office/drawing/2014/main" val="83390882"/>
                    </a:ext>
                  </a:extLst>
                </a:gridCol>
                <a:gridCol w="2233876">
                  <a:extLst>
                    <a:ext uri="{9D8B030D-6E8A-4147-A177-3AD203B41FA5}">
                      <a16:colId xmlns:a16="http://schemas.microsoft.com/office/drawing/2014/main" val="2930028173"/>
                    </a:ext>
                  </a:extLst>
                </a:gridCol>
                <a:gridCol w="6156522">
                  <a:extLst>
                    <a:ext uri="{9D8B030D-6E8A-4147-A177-3AD203B41FA5}">
                      <a16:colId xmlns:a16="http://schemas.microsoft.com/office/drawing/2014/main" val="3553412163"/>
                    </a:ext>
                  </a:extLst>
                </a:gridCol>
              </a:tblGrid>
              <a:tr h="3381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700" b="1" dirty="0">
                          <a:effectLst/>
                        </a:rPr>
                        <a:t>topic</a:t>
                      </a:r>
                    </a:p>
                  </a:txBody>
                  <a:tcPr marL="84406" marR="84406" marT="14068" marB="1406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700" b="1">
                          <a:effectLst/>
                        </a:rPr>
                        <a:t>post count</a:t>
                      </a:r>
                    </a:p>
                  </a:txBody>
                  <a:tcPr marL="84406" marR="84406" marT="14068" marB="1406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700" b="1" dirty="0">
                          <a:effectLst/>
                        </a:rPr>
                        <a:t>title</a:t>
                      </a:r>
                    </a:p>
                  </a:txBody>
                  <a:tcPr marL="84406" marR="84406" marT="14068" marB="14068" anchor="ctr"/>
                </a:tc>
                <a:extLst>
                  <a:ext uri="{0D108BD9-81ED-4DB2-BD59-A6C34878D82A}">
                    <a16:rowId xmlns:a16="http://schemas.microsoft.com/office/drawing/2014/main" val="2547393648"/>
                  </a:ext>
                </a:extLst>
              </a:tr>
              <a:tr h="561123">
                <a:tc>
                  <a:txBody>
                    <a:bodyPr/>
                    <a:lstStyle/>
                    <a:p>
                      <a:pPr algn="r" fontAlgn="t">
                        <a:buNone/>
                      </a:pPr>
                      <a:r>
                        <a:rPr lang="en-IL" sz="1700" dirty="0">
                          <a:effectLst/>
                        </a:rPr>
                        <a:t>123</a:t>
                      </a:r>
                    </a:p>
                  </a:txBody>
                  <a:tcPr marL="84406" marR="84406" marT="14068" marB="14068"/>
                </a:tc>
                <a:tc>
                  <a:txBody>
                    <a:bodyPr/>
                    <a:lstStyle/>
                    <a:p>
                      <a:pPr algn="r" fontAlgn="t">
                        <a:buNone/>
                      </a:pPr>
                      <a:r>
                        <a:rPr lang="en-IL" sz="1700" dirty="0">
                          <a:effectLst/>
                        </a:rPr>
                        <a:t>2640</a:t>
                      </a:r>
                    </a:p>
                  </a:txBody>
                  <a:tcPr marL="84406" marR="84406" marT="14068" marB="14068"/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GB" sz="1700" dirty="0">
                          <a:effectLst/>
                        </a:rPr>
                        <a:t>Canadians held without charge in Egypt headed home</a:t>
                      </a:r>
                    </a:p>
                  </a:txBody>
                  <a:tcPr marL="84406" marR="84406" marT="14068" marB="14068"/>
                </a:tc>
                <a:extLst>
                  <a:ext uri="{0D108BD9-81ED-4DB2-BD59-A6C34878D82A}">
                    <a16:rowId xmlns:a16="http://schemas.microsoft.com/office/drawing/2014/main" val="4011552135"/>
                  </a:ext>
                </a:extLst>
              </a:tr>
              <a:tr h="629389">
                <a:tc>
                  <a:txBody>
                    <a:bodyPr/>
                    <a:lstStyle/>
                    <a:p>
                      <a:pPr algn="r" fontAlgn="t">
                        <a:buNone/>
                      </a:pPr>
                      <a:r>
                        <a:rPr lang="en-IL" sz="1700">
                          <a:effectLst/>
                        </a:rPr>
                        <a:t>924</a:t>
                      </a:r>
                    </a:p>
                  </a:txBody>
                  <a:tcPr marL="84406" marR="84406" marT="14068" marB="14068"/>
                </a:tc>
                <a:tc>
                  <a:txBody>
                    <a:bodyPr/>
                    <a:lstStyle/>
                    <a:p>
                      <a:pPr algn="r" fontAlgn="t">
                        <a:buNone/>
                      </a:pPr>
                      <a:r>
                        <a:rPr lang="en-IL" sz="1700" dirty="0">
                          <a:effectLst/>
                        </a:rPr>
                        <a:t>2522</a:t>
                      </a:r>
                    </a:p>
                  </a:txBody>
                  <a:tcPr marL="84406" marR="84406" marT="14068" marB="14068"/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GB" sz="1700" dirty="0">
                          <a:effectLst/>
                        </a:rPr>
                        <a:t>US ambassador denounces Gaza terrorist tunnels</a:t>
                      </a:r>
                    </a:p>
                  </a:txBody>
                  <a:tcPr marL="84406" marR="84406" marT="14068" marB="14068"/>
                </a:tc>
                <a:extLst>
                  <a:ext uri="{0D108BD9-81ED-4DB2-BD59-A6C34878D82A}">
                    <a16:rowId xmlns:a16="http://schemas.microsoft.com/office/drawing/2014/main" val="2189516238"/>
                  </a:ext>
                </a:extLst>
              </a:tr>
              <a:tr h="629389">
                <a:tc>
                  <a:txBody>
                    <a:bodyPr/>
                    <a:lstStyle/>
                    <a:p>
                      <a:pPr algn="r" fontAlgn="t">
                        <a:buNone/>
                      </a:pPr>
                      <a:r>
                        <a:rPr lang="en-IL" sz="1700">
                          <a:effectLst/>
                        </a:rPr>
                        <a:t>142</a:t>
                      </a:r>
                    </a:p>
                  </a:txBody>
                  <a:tcPr marL="84406" marR="84406" marT="14068" marB="14068"/>
                </a:tc>
                <a:tc>
                  <a:txBody>
                    <a:bodyPr/>
                    <a:lstStyle/>
                    <a:p>
                      <a:pPr algn="r" fontAlgn="t">
                        <a:buNone/>
                      </a:pPr>
                      <a:r>
                        <a:rPr lang="en-IL" sz="1700" dirty="0">
                          <a:effectLst/>
                        </a:rPr>
                        <a:t>2514</a:t>
                      </a:r>
                    </a:p>
                  </a:txBody>
                  <a:tcPr marL="84406" marR="84406" marT="14068" marB="14068"/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GB" sz="1700" dirty="0">
                          <a:effectLst/>
                        </a:rPr>
                        <a:t>Congress lumbers while threatened default looms</a:t>
                      </a:r>
                    </a:p>
                  </a:txBody>
                  <a:tcPr marL="84406" marR="84406" marT="14068" marB="14068"/>
                </a:tc>
                <a:extLst>
                  <a:ext uri="{0D108BD9-81ED-4DB2-BD59-A6C34878D82A}">
                    <a16:rowId xmlns:a16="http://schemas.microsoft.com/office/drawing/2014/main" val="1482989065"/>
                  </a:ext>
                </a:extLst>
              </a:tr>
              <a:tr h="475373">
                <a:tc>
                  <a:txBody>
                    <a:bodyPr/>
                    <a:lstStyle/>
                    <a:p>
                      <a:pPr algn="r" fontAlgn="t">
                        <a:buNone/>
                      </a:pPr>
                      <a:r>
                        <a:rPr lang="en-IL" sz="1700">
                          <a:effectLst/>
                        </a:rPr>
                        <a:t>297</a:t>
                      </a:r>
                    </a:p>
                  </a:txBody>
                  <a:tcPr marL="84406" marR="84406" marT="14068" marB="14068"/>
                </a:tc>
                <a:tc>
                  <a:txBody>
                    <a:bodyPr/>
                    <a:lstStyle/>
                    <a:p>
                      <a:pPr algn="r" fontAlgn="t">
                        <a:buNone/>
                      </a:pPr>
                      <a:r>
                        <a:rPr lang="en-IL" sz="1700">
                          <a:effectLst/>
                        </a:rPr>
                        <a:t>2504</a:t>
                      </a:r>
                    </a:p>
                  </a:txBody>
                  <a:tcPr marL="84406" marR="84406" marT="14068" marB="14068"/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GB" sz="1700" dirty="0">
                          <a:effectLst/>
                        </a:rPr>
                        <a:t>Hawkish MKs call to rethink peace talks after Psagot attack</a:t>
                      </a:r>
                    </a:p>
                  </a:txBody>
                  <a:tcPr marL="84406" marR="84406" marT="14068" marB="14068"/>
                </a:tc>
                <a:extLst>
                  <a:ext uri="{0D108BD9-81ED-4DB2-BD59-A6C34878D82A}">
                    <a16:rowId xmlns:a16="http://schemas.microsoft.com/office/drawing/2014/main" val="3074428980"/>
                  </a:ext>
                </a:extLst>
              </a:tr>
              <a:tr h="388960">
                <a:tc>
                  <a:txBody>
                    <a:bodyPr/>
                    <a:lstStyle/>
                    <a:p>
                      <a:pPr algn="r" fontAlgn="t">
                        <a:buNone/>
                      </a:pPr>
                      <a:r>
                        <a:rPr lang="en-IL" sz="1700" dirty="0">
                          <a:effectLst/>
                        </a:rPr>
                        <a:t>107</a:t>
                      </a:r>
                    </a:p>
                  </a:txBody>
                  <a:tcPr marL="84406" marR="84406" marT="14068" marB="14068"/>
                </a:tc>
                <a:tc>
                  <a:txBody>
                    <a:bodyPr/>
                    <a:lstStyle/>
                    <a:p>
                      <a:pPr algn="r" fontAlgn="t">
                        <a:buNone/>
                      </a:pPr>
                      <a:r>
                        <a:rPr lang="en-IL" sz="1700">
                          <a:effectLst/>
                        </a:rPr>
                        <a:t>2498</a:t>
                      </a:r>
                    </a:p>
                  </a:txBody>
                  <a:tcPr marL="84406" marR="84406" marT="14068" marB="14068"/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GB" sz="1700" dirty="0">
                          <a:effectLst/>
                        </a:rPr>
                        <a:t>Betrayals banks and Bibi</a:t>
                      </a:r>
                    </a:p>
                  </a:txBody>
                  <a:tcPr marL="84406" marR="84406" marT="14068" marB="14068"/>
                </a:tc>
                <a:extLst>
                  <a:ext uri="{0D108BD9-81ED-4DB2-BD59-A6C34878D82A}">
                    <a16:rowId xmlns:a16="http://schemas.microsoft.com/office/drawing/2014/main" val="102318332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331674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0A4BE4-303B-606C-1B11-03208C6AD4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>
            <a:extLst>
              <a:ext uri="{FF2B5EF4-FFF2-40B4-BE49-F238E27FC236}">
                <a16:creationId xmlns:a16="http://schemas.microsoft.com/office/drawing/2014/main" id="{ABB604A6-EDA1-208F-848F-E26202031B20}"/>
              </a:ext>
            </a:extLst>
          </p:cNvPr>
          <p:cNvSpPr txBox="1">
            <a:spLocks/>
          </p:cNvSpPr>
          <p:nvPr/>
        </p:nvSpPr>
        <p:spPr>
          <a:xfrm>
            <a:off x="3060430" y="392571"/>
            <a:ext cx="6835578" cy="766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lang="en-US" sz="3600" spc="-1" dirty="0">
                <a:solidFill>
                  <a:srgbClr val="009DBB"/>
                </a:solidFill>
                <a:latin typeface="Arial"/>
              </a:rPr>
              <a:t>Top Posts For Topic 123</a:t>
            </a:r>
            <a:endParaRPr kumimoji="0" lang="en-US" sz="3600" b="0" i="0" u="none" strike="noStrike" kern="1200" cap="none" spc="-1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j-ea"/>
              <a:cs typeface="+mj-cs"/>
            </a:endParaRPr>
          </a:p>
        </p:txBody>
      </p:sp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E1AE59DE-0E2E-8BDD-E38A-042E5DDD4AE0}"/>
              </a:ext>
            </a:extLst>
          </p:cNvPr>
          <p:cNvSpPr txBox="1">
            <a:spLocks/>
          </p:cNvSpPr>
          <p:nvPr/>
        </p:nvSpPr>
        <p:spPr>
          <a:xfrm>
            <a:off x="11739563" y="6477000"/>
            <a:ext cx="45243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200" b="0" i="0" u="none" strike="noStrike" cap="none">
                <a:solidFill>
                  <a:schemeClr val="tx1">
                    <a:tint val="75000"/>
                  </a:schemeClr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ClrTx/>
              <a:buFontTx/>
              <a:buNone/>
              <a:tabLst>
                <a:tab pos="0" algn="l"/>
              </a:tabLst>
              <a:defRPr/>
            </a:pPr>
            <a:fld id="{91AC96F7-F8C6-4046-8A0D-FD31126D620D}" type="slidenum">
              <a:rPr lang="en-US" kern="1200" spc="-1" smtClean="0">
                <a:solidFill>
                  <a:srgbClr val="000000">
                    <a:tint val="75000"/>
                  </a:srgbClr>
                </a:solidFill>
                <a:latin typeface="Calibri"/>
                <a:ea typeface="+mn-ea"/>
                <a:cs typeface="+mn-cs"/>
              </a:rPr>
              <a:pPr>
                <a:buClrTx/>
                <a:buFontTx/>
                <a:buNone/>
                <a:tabLst>
                  <a:tab pos="0" algn="l"/>
                </a:tabLst>
                <a:defRPr/>
              </a:pPr>
              <a:t>3</a:t>
            </a:fld>
            <a:endParaRPr lang="en-US" kern="1200" spc="-1" dirty="0">
              <a:solidFill>
                <a:srgbClr val="000000">
                  <a:tint val="75000"/>
                </a:srgbClr>
              </a:solidFill>
              <a:latin typeface="Calibri"/>
              <a:ea typeface="+mn-ea"/>
              <a:cs typeface="+mn-cs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ECA1EAB3-B7B7-E188-47BB-47C90D0481C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80469505"/>
              </p:ext>
            </p:extLst>
          </p:nvPr>
        </p:nvGraphicFramePr>
        <p:xfrm>
          <a:off x="1566694" y="1158571"/>
          <a:ext cx="9058612" cy="5157236"/>
        </p:xfrm>
        <a:graphic>
          <a:graphicData uri="http://schemas.openxmlformats.org/drawingml/2006/table">
            <a:tbl>
              <a:tblPr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tableStyleId>{3C2FFA5D-87B4-456A-9821-1D502468CF0F}</a:tableStyleId>
              </a:tblPr>
              <a:tblGrid>
                <a:gridCol w="540787">
                  <a:extLst>
                    <a:ext uri="{9D8B030D-6E8A-4147-A177-3AD203B41FA5}">
                      <a16:colId xmlns:a16="http://schemas.microsoft.com/office/drawing/2014/main" val="2586243789"/>
                    </a:ext>
                  </a:extLst>
                </a:gridCol>
                <a:gridCol w="1502204">
                  <a:extLst>
                    <a:ext uri="{9D8B030D-6E8A-4147-A177-3AD203B41FA5}">
                      <a16:colId xmlns:a16="http://schemas.microsoft.com/office/drawing/2014/main" val="2879621840"/>
                    </a:ext>
                  </a:extLst>
                </a:gridCol>
                <a:gridCol w="4935102">
                  <a:extLst>
                    <a:ext uri="{9D8B030D-6E8A-4147-A177-3AD203B41FA5}">
                      <a16:colId xmlns:a16="http://schemas.microsoft.com/office/drawing/2014/main" val="751046862"/>
                    </a:ext>
                  </a:extLst>
                </a:gridCol>
                <a:gridCol w="925975">
                  <a:extLst>
                    <a:ext uri="{9D8B030D-6E8A-4147-A177-3AD203B41FA5}">
                      <a16:colId xmlns:a16="http://schemas.microsoft.com/office/drawing/2014/main" val="1221399111"/>
                    </a:ext>
                  </a:extLst>
                </a:gridCol>
                <a:gridCol w="1154544">
                  <a:extLst>
                    <a:ext uri="{9D8B030D-6E8A-4147-A177-3AD203B41FA5}">
                      <a16:colId xmlns:a16="http://schemas.microsoft.com/office/drawing/2014/main" val="2657626084"/>
                    </a:ext>
                  </a:extLst>
                </a:gridCol>
              </a:tblGrid>
              <a:tr h="48514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700" b="1" kern="1200" dirty="0">
                          <a:solidFill>
                            <a:schemeClr val="dk1"/>
                          </a:solidFill>
                          <a:effectLst/>
                        </a:rPr>
                        <a:t>topic</a:t>
                      </a:r>
                      <a:endParaRPr lang="en-GB" sz="1700" b="1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7131" marR="17131" marT="2855" marB="285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700" b="1" kern="1200" dirty="0">
                          <a:solidFill>
                            <a:schemeClr val="dk1"/>
                          </a:solidFill>
                          <a:effectLst/>
                        </a:rPr>
                        <a:t>author</a:t>
                      </a:r>
                      <a:endParaRPr lang="en-GB" sz="1700" b="1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7131" marR="17131" marT="2855" marB="285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700" b="1" kern="1200" dirty="0">
                          <a:solidFill>
                            <a:schemeClr val="dk1"/>
                          </a:solidFill>
                          <a:effectLst/>
                        </a:rPr>
                        <a:t>content</a:t>
                      </a:r>
                      <a:endParaRPr lang="en-GB" sz="1700" b="1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7131" marR="17131" marT="2855" marB="285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700" b="1" kern="1200" dirty="0">
                          <a:solidFill>
                            <a:schemeClr val="dk1"/>
                          </a:solidFill>
                          <a:effectLst/>
                        </a:rPr>
                        <a:t>Post topic </a:t>
                      </a:r>
                      <a:r>
                        <a:rPr lang="en-GB" sz="1700" b="1" kern="1200" dirty="0" err="1">
                          <a:solidFill>
                            <a:schemeClr val="dk1"/>
                          </a:solidFill>
                          <a:effectLst/>
                        </a:rPr>
                        <a:t>tf-idf</a:t>
                      </a:r>
                      <a:endParaRPr lang="en-GB" sz="1700" b="1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7131" marR="17131" marT="2855" marB="285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700" b="1" kern="1200" dirty="0">
                          <a:solidFill>
                            <a:schemeClr val="dk1"/>
                          </a:solidFill>
                          <a:effectLst/>
                        </a:rPr>
                        <a:t>date</a:t>
                      </a:r>
                      <a:endParaRPr lang="en-GB" sz="1700" b="1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7131" marR="17131" marT="2855" marB="2855" anchor="ctr"/>
                </a:tc>
                <a:extLst>
                  <a:ext uri="{0D108BD9-81ED-4DB2-BD59-A6C34878D82A}">
                    <a16:rowId xmlns:a16="http://schemas.microsoft.com/office/drawing/2014/main" val="1279076122"/>
                  </a:ext>
                </a:extLst>
              </a:tr>
              <a:tr h="725070">
                <a:tc>
                  <a:txBody>
                    <a:bodyPr/>
                    <a:lstStyle/>
                    <a:p>
                      <a:pPr algn="r" fontAlgn="t">
                        <a:buNone/>
                      </a:pPr>
                      <a:r>
                        <a:rPr lang="en-IL" sz="1700" kern="1200" dirty="0">
                          <a:solidFill>
                            <a:schemeClr val="dk1"/>
                          </a:solidFill>
                          <a:effectLst/>
                        </a:rPr>
                        <a:t>123</a:t>
                      </a:r>
                      <a:endParaRPr lang="en-IL" sz="17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7131" marR="17131" marT="2855" marB="2855"/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GB" sz="1700" kern="1200" dirty="0" err="1">
                          <a:solidFill>
                            <a:schemeClr val="dk1"/>
                          </a:solidFill>
                          <a:effectLst/>
                        </a:rPr>
                        <a:t>MichaelSerapio</a:t>
                      </a:r>
                      <a:endParaRPr lang="en-GB" sz="17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7131" marR="17131" marT="2855" marB="2855"/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GB" sz="1700" kern="1200">
                          <a:solidFill>
                            <a:schemeClr val="dk1"/>
                          </a:solidFill>
                          <a:effectLst/>
                        </a:rPr>
                        <a:t># Canadians John # Greyson and Dr Tarek # Loubani still unable to leave # Egypt Details on # CBCNews Network # CBCNN</a:t>
                      </a:r>
                      <a:endParaRPr lang="en-GB" sz="1700" kern="120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7131" marR="17131" marT="2855" marB="2855"/>
                </a:tc>
                <a:tc>
                  <a:txBody>
                    <a:bodyPr/>
                    <a:lstStyle/>
                    <a:p>
                      <a:pPr algn="r" fontAlgn="t">
                        <a:buNone/>
                      </a:pPr>
                      <a:r>
                        <a:rPr lang="en-IL" sz="1700" kern="1200" dirty="0">
                          <a:solidFill>
                            <a:schemeClr val="dk1"/>
                          </a:solidFill>
                          <a:effectLst/>
                        </a:rPr>
                        <a:t>0.5503</a:t>
                      </a:r>
                      <a:endParaRPr lang="en-IL" sz="17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7131" marR="17131" marT="2855" marB="2855"/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IL" sz="1700" kern="1200" dirty="0">
                          <a:solidFill>
                            <a:schemeClr val="dk1"/>
                          </a:solidFill>
                          <a:effectLst/>
                        </a:rPr>
                        <a:t>2013-10-07 15:52:52</a:t>
                      </a:r>
                      <a:endParaRPr lang="en-IL" sz="17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7131" marR="17131" marT="2855" marB="2855"/>
                </a:tc>
                <a:extLst>
                  <a:ext uri="{0D108BD9-81ED-4DB2-BD59-A6C34878D82A}">
                    <a16:rowId xmlns:a16="http://schemas.microsoft.com/office/drawing/2014/main" val="3060550933"/>
                  </a:ext>
                </a:extLst>
              </a:tr>
              <a:tr h="725070">
                <a:tc>
                  <a:txBody>
                    <a:bodyPr/>
                    <a:lstStyle/>
                    <a:p>
                      <a:pPr algn="r" fontAlgn="t">
                        <a:buNone/>
                      </a:pPr>
                      <a:r>
                        <a:rPr lang="en-IL" sz="1700" kern="1200">
                          <a:solidFill>
                            <a:schemeClr val="dk1"/>
                          </a:solidFill>
                          <a:effectLst/>
                        </a:rPr>
                        <a:t>123</a:t>
                      </a:r>
                      <a:endParaRPr lang="en-IL" sz="1700" kern="120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7131" marR="17131" marT="2855" marB="2855"/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GB" sz="1700" kern="1200">
                          <a:solidFill>
                            <a:schemeClr val="dk1"/>
                          </a:solidFill>
                          <a:effectLst/>
                        </a:rPr>
                        <a:t>MichaelSerapio</a:t>
                      </a:r>
                      <a:endParaRPr lang="en-GB" sz="1700" kern="120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7131" marR="17131" marT="2855" marB="2855"/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GB" sz="1700" kern="1200">
                          <a:solidFill>
                            <a:schemeClr val="dk1"/>
                          </a:solidFill>
                          <a:effectLst/>
                        </a:rPr>
                        <a:t># Canadians John # Greyson and Dr Tarek # Loubani still unable to leave # Egypt Details on # CBCNews Network # CBCNN</a:t>
                      </a:r>
                      <a:endParaRPr lang="en-GB" sz="1700" kern="120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7131" marR="17131" marT="2855" marB="2855"/>
                </a:tc>
                <a:tc>
                  <a:txBody>
                    <a:bodyPr/>
                    <a:lstStyle/>
                    <a:p>
                      <a:pPr algn="r" fontAlgn="t">
                        <a:buNone/>
                      </a:pPr>
                      <a:r>
                        <a:rPr lang="en-IL" sz="1700" kern="1200" dirty="0">
                          <a:solidFill>
                            <a:schemeClr val="dk1"/>
                          </a:solidFill>
                          <a:effectLst/>
                        </a:rPr>
                        <a:t>0.5503</a:t>
                      </a:r>
                      <a:endParaRPr lang="en-IL" sz="17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7131" marR="17131" marT="2855" marB="2855"/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IL" sz="1700" kern="1200">
                          <a:solidFill>
                            <a:schemeClr val="dk1"/>
                          </a:solidFill>
                          <a:effectLst/>
                        </a:rPr>
                        <a:t>2013-10-07 15:52:52</a:t>
                      </a:r>
                      <a:endParaRPr lang="en-IL" sz="1700" kern="120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7131" marR="17131" marT="2855" marB="2855"/>
                </a:tc>
                <a:extLst>
                  <a:ext uri="{0D108BD9-81ED-4DB2-BD59-A6C34878D82A}">
                    <a16:rowId xmlns:a16="http://schemas.microsoft.com/office/drawing/2014/main" val="4189141570"/>
                  </a:ext>
                </a:extLst>
              </a:tr>
              <a:tr h="883178">
                <a:tc>
                  <a:txBody>
                    <a:bodyPr/>
                    <a:lstStyle/>
                    <a:p>
                      <a:pPr algn="r" fontAlgn="t">
                        <a:buNone/>
                      </a:pPr>
                      <a:r>
                        <a:rPr lang="en-IL" sz="1700" kern="1200">
                          <a:solidFill>
                            <a:schemeClr val="dk1"/>
                          </a:solidFill>
                          <a:effectLst/>
                        </a:rPr>
                        <a:t>123</a:t>
                      </a:r>
                      <a:endParaRPr lang="en-IL" sz="1700" kern="120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7131" marR="17131" marT="2855" marB="2855"/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GB" sz="1700" kern="1200">
                          <a:solidFill>
                            <a:schemeClr val="dk1"/>
                          </a:solidFill>
                          <a:effectLst/>
                        </a:rPr>
                        <a:t>ayateldewary</a:t>
                      </a:r>
                      <a:endParaRPr lang="en-GB" sz="1700" kern="120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7131" marR="17131" marT="2855" marB="2855"/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GB" sz="1700" kern="1200" dirty="0">
                          <a:solidFill>
                            <a:schemeClr val="dk1"/>
                          </a:solidFill>
                          <a:effectLst/>
                        </a:rPr>
                        <a:t>Two # Canadians released from prison in # Egypt http://bit.ly/1htsJDh  - Wishing them a safe return back home. # </a:t>
                      </a:r>
                      <a:r>
                        <a:rPr lang="en-GB" sz="1700" kern="1200" dirty="0" err="1">
                          <a:solidFill>
                            <a:schemeClr val="dk1"/>
                          </a:solidFill>
                          <a:effectLst/>
                        </a:rPr>
                        <a:t>cdnpoli</a:t>
                      </a:r>
                      <a:r>
                        <a:rPr lang="en-GB" sz="1700" kern="1200" dirty="0">
                          <a:solidFill>
                            <a:schemeClr val="dk1"/>
                          </a:solidFill>
                          <a:effectLst/>
                        </a:rPr>
                        <a:t> # </a:t>
                      </a:r>
                      <a:r>
                        <a:rPr lang="en-GB" sz="1700" kern="1200" dirty="0" err="1">
                          <a:solidFill>
                            <a:schemeClr val="dk1"/>
                          </a:solidFill>
                          <a:effectLst/>
                        </a:rPr>
                        <a:t>FreeTarekandJohn</a:t>
                      </a:r>
                      <a:endParaRPr lang="en-GB" sz="17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7131" marR="17131" marT="2855" marB="2855"/>
                </a:tc>
                <a:tc>
                  <a:txBody>
                    <a:bodyPr/>
                    <a:lstStyle/>
                    <a:p>
                      <a:pPr algn="r" fontAlgn="t">
                        <a:buNone/>
                      </a:pPr>
                      <a:r>
                        <a:rPr lang="en-IL" sz="1700" kern="1200" dirty="0">
                          <a:solidFill>
                            <a:schemeClr val="dk1"/>
                          </a:solidFill>
                          <a:effectLst/>
                        </a:rPr>
                        <a:t>0.4308</a:t>
                      </a:r>
                      <a:endParaRPr lang="en-IL" sz="17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7131" marR="17131" marT="2855" marB="2855"/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IL" sz="1700" kern="1200" dirty="0">
                          <a:solidFill>
                            <a:schemeClr val="dk1"/>
                          </a:solidFill>
                          <a:effectLst/>
                        </a:rPr>
                        <a:t>2013-10-06 07:48:21</a:t>
                      </a:r>
                      <a:endParaRPr lang="en-IL" sz="17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7131" marR="17131" marT="2855" marB="2855"/>
                </a:tc>
                <a:extLst>
                  <a:ext uri="{0D108BD9-81ED-4DB2-BD59-A6C34878D82A}">
                    <a16:rowId xmlns:a16="http://schemas.microsoft.com/office/drawing/2014/main" val="4196896635"/>
                  </a:ext>
                </a:extLst>
              </a:tr>
              <a:tr h="883178">
                <a:tc>
                  <a:txBody>
                    <a:bodyPr/>
                    <a:lstStyle/>
                    <a:p>
                      <a:pPr algn="r" fontAlgn="t">
                        <a:buNone/>
                      </a:pPr>
                      <a:r>
                        <a:rPr lang="en-IL" sz="1700" kern="1200">
                          <a:solidFill>
                            <a:schemeClr val="dk1"/>
                          </a:solidFill>
                          <a:effectLst/>
                        </a:rPr>
                        <a:t>123</a:t>
                      </a:r>
                      <a:endParaRPr lang="en-IL" sz="1700" kern="120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7131" marR="17131" marT="2855" marB="2855"/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GB" sz="1700" kern="1200">
                          <a:solidFill>
                            <a:schemeClr val="dk1"/>
                          </a:solidFill>
                          <a:effectLst/>
                        </a:rPr>
                        <a:t>SarahVirro</a:t>
                      </a:r>
                      <a:endParaRPr lang="en-GB" sz="1700" kern="120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7131" marR="17131" marT="2855" marB="2855"/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GB" sz="1700" kern="1200">
                          <a:solidFill>
                            <a:schemeClr val="dk1"/>
                          </a:solidFill>
                          <a:effectLst/>
                        </a:rPr>
                        <a:t>Greyson and Loubani have finally arrived home! # Canadians # Egypt # Toronto # WelcomeBack # Thanksgivingpic.twitter.com/N53Qc2UAbZ</a:t>
                      </a:r>
                      <a:endParaRPr lang="en-GB" sz="1700" kern="120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7131" marR="17131" marT="2855" marB="2855"/>
                </a:tc>
                <a:tc>
                  <a:txBody>
                    <a:bodyPr/>
                    <a:lstStyle/>
                    <a:p>
                      <a:pPr algn="r" fontAlgn="t">
                        <a:buNone/>
                      </a:pPr>
                      <a:r>
                        <a:rPr lang="en-IL" sz="1700" kern="1200" dirty="0">
                          <a:solidFill>
                            <a:schemeClr val="dk1"/>
                          </a:solidFill>
                          <a:effectLst/>
                        </a:rPr>
                        <a:t>0.4280</a:t>
                      </a:r>
                      <a:endParaRPr lang="en-IL" sz="17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7131" marR="17131" marT="2855" marB="2855"/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IL" sz="1700" kern="1200" dirty="0">
                          <a:solidFill>
                            <a:schemeClr val="dk1"/>
                          </a:solidFill>
                          <a:effectLst/>
                        </a:rPr>
                        <a:t>2013-10-12 02:24:56</a:t>
                      </a:r>
                      <a:endParaRPr lang="en-IL" sz="17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7131" marR="17131" marT="2855" marB="2855"/>
                </a:tc>
                <a:extLst>
                  <a:ext uri="{0D108BD9-81ED-4DB2-BD59-A6C34878D82A}">
                    <a16:rowId xmlns:a16="http://schemas.microsoft.com/office/drawing/2014/main" val="347466173"/>
                  </a:ext>
                </a:extLst>
              </a:tr>
              <a:tr h="1204925">
                <a:tc>
                  <a:txBody>
                    <a:bodyPr/>
                    <a:lstStyle/>
                    <a:p>
                      <a:pPr algn="r" fontAlgn="t">
                        <a:buNone/>
                      </a:pPr>
                      <a:r>
                        <a:rPr lang="en-IL" sz="1700" kern="1200" dirty="0">
                          <a:solidFill>
                            <a:schemeClr val="dk1"/>
                          </a:solidFill>
                          <a:effectLst/>
                        </a:rPr>
                        <a:t>123</a:t>
                      </a:r>
                      <a:endParaRPr lang="en-IL" sz="17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7131" marR="17131" marT="2855" marB="2855"/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GB" sz="1700" kern="1200" dirty="0" err="1">
                          <a:solidFill>
                            <a:schemeClr val="dk1"/>
                          </a:solidFill>
                          <a:effectLst/>
                        </a:rPr>
                        <a:t>Leftpalm</a:t>
                      </a:r>
                      <a:endParaRPr lang="en-GB" sz="17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7131" marR="17131" marT="2855" marB="2855"/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GB" sz="1700" kern="1200">
                          <a:solidFill>
                            <a:schemeClr val="dk1"/>
                          </a:solidFill>
                          <a:effectLst/>
                        </a:rPr>
                        <a:t># Canadians John Greyson &amp; Tarek Loubani held in # Egypt 4more than 50dys without charge on a plane bound for # Toronto http://www.madamasr.com/content/egypt-releases- canadians-held-without-charge …</a:t>
                      </a:r>
                      <a:endParaRPr lang="en-GB" sz="1700" kern="120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7131" marR="17131" marT="2855" marB="2855"/>
                </a:tc>
                <a:tc>
                  <a:txBody>
                    <a:bodyPr/>
                    <a:lstStyle/>
                    <a:p>
                      <a:pPr algn="r" fontAlgn="t">
                        <a:buNone/>
                      </a:pPr>
                      <a:r>
                        <a:rPr lang="en-IL" sz="1700" kern="1200" dirty="0">
                          <a:solidFill>
                            <a:schemeClr val="dk1"/>
                          </a:solidFill>
                          <a:effectLst/>
                        </a:rPr>
                        <a:t>0.4150</a:t>
                      </a:r>
                      <a:endParaRPr lang="en-IL" sz="17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7131" marR="17131" marT="2855" marB="2855"/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IL" sz="1700" kern="1200" dirty="0">
                          <a:solidFill>
                            <a:schemeClr val="dk1"/>
                          </a:solidFill>
                          <a:effectLst/>
                        </a:rPr>
                        <a:t>2013-10-06 20:29:38</a:t>
                      </a:r>
                      <a:endParaRPr lang="en-IL" sz="17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7131" marR="17131" marT="2855" marB="2855"/>
                </a:tc>
                <a:extLst>
                  <a:ext uri="{0D108BD9-81ED-4DB2-BD59-A6C34878D82A}">
                    <a16:rowId xmlns:a16="http://schemas.microsoft.com/office/drawing/2014/main" val="114602842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181671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>
            <a:extLst>
              <a:ext uri="{FF2B5EF4-FFF2-40B4-BE49-F238E27FC236}">
                <a16:creationId xmlns:a16="http://schemas.microsoft.com/office/drawing/2014/main" id="{97A74AA3-DE06-4917-B94C-B662362BD96B}"/>
              </a:ext>
            </a:extLst>
          </p:cNvPr>
          <p:cNvSpPr txBox="1">
            <a:spLocks/>
          </p:cNvSpPr>
          <p:nvPr/>
        </p:nvSpPr>
        <p:spPr>
          <a:xfrm>
            <a:off x="3060430" y="392571"/>
            <a:ext cx="6835578" cy="766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lang="en-US" sz="3600" spc="-1" dirty="0">
                <a:solidFill>
                  <a:srgbClr val="009DBB"/>
                </a:solidFill>
                <a:latin typeface="Arial"/>
              </a:rPr>
              <a:t>Top Entities For Topic 123</a:t>
            </a:r>
            <a:endParaRPr kumimoji="0" lang="en-US" sz="3600" b="0" i="0" u="none" strike="noStrike" kern="1200" cap="none" spc="-1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j-ea"/>
              <a:cs typeface="+mj-cs"/>
            </a:endParaRPr>
          </a:p>
        </p:txBody>
      </p:sp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28B3FD95-8C27-2F9B-FCA7-7DE00E811623}"/>
              </a:ext>
            </a:extLst>
          </p:cNvPr>
          <p:cNvSpPr txBox="1">
            <a:spLocks/>
          </p:cNvSpPr>
          <p:nvPr/>
        </p:nvSpPr>
        <p:spPr>
          <a:xfrm>
            <a:off x="11739563" y="6477000"/>
            <a:ext cx="45243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200" b="0" i="0" u="none" strike="noStrike" cap="none">
                <a:solidFill>
                  <a:schemeClr val="tx1">
                    <a:tint val="75000"/>
                  </a:schemeClr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ClrTx/>
              <a:buFontTx/>
              <a:buNone/>
              <a:tabLst>
                <a:tab pos="0" algn="l"/>
              </a:tabLst>
              <a:defRPr/>
            </a:pPr>
            <a:fld id="{91AC96F7-F8C6-4046-8A0D-FD31126D620D}" type="slidenum">
              <a:rPr lang="en-US" kern="1200" spc="-1" smtClean="0">
                <a:solidFill>
                  <a:srgbClr val="000000">
                    <a:tint val="75000"/>
                  </a:srgbClr>
                </a:solidFill>
                <a:latin typeface="Calibri"/>
                <a:ea typeface="+mn-ea"/>
                <a:cs typeface="+mn-cs"/>
              </a:rPr>
              <a:pPr>
                <a:buClrTx/>
                <a:buFontTx/>
                <a:buNone/>
                <a:tabLst>
                  <a:tab pos="0" algn="l"/>
                </a:tabLst>
                <a:defRPr/>
              </a:pPr>
              <a:t>4</a:t>
            </a:fld>
            <a:endParaRPr lang="en-US" kern="1200" spc="-1" dirty="0">
              <a:solidFill>
                <a:srgbClr val="000000">
                  <a:tint val="75000"/>
                </a:srgbClr>
              </a:solidFill>
              <a:latin typeface="Calibri"/>
              <a:ea typeface="+mn-ea"/>
              <a:cs typeface="+mn-cs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4A184C5-B690-515D-EDE8-57BA03C2D6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4871" y="2106594"/>
            <a:ext cx="4785354" cy="3368232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0AB8DD2-5443-2558-5F7F-248BBBA1FC8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78219" y="2106594"/>
            <a:ext cx="4785354" cy="3368231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33285199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5945B3-097E-C7F0-9DC9-FB48CDF7BB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>
            <a:extLst>
              <a:ext uri="{FF2B5EF4-FFF2-40B4-BE49-F238E27FC236}">
                <a16:creationId xmlns:a16="http://schemas.microsoft.com/office/drawing/2014/main" id="{0851319F-894E-D843-1EE7-46044C88715C}"/>
              </a:ext>
            </a:extLst>
          </p:cNvPr>
          <p:cNvSpPr txBox="1">
            <a:spLocks/>
          </p:cNvSpPr>
          <p:nvPr/>
        </p:nvSpPr>
        <p:spPr>
          <a:xfrm>
            <a:off x="3060430" y="392571"/>
            <a:ext cx="6835578" cy="766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lang="en-US" sz="3600" spc="-1" dirty="0">
                <a:solidFill>
                  <a:srgbClr val="009DBB"/>
                </a:solidFill>
                <a:latin typeface="Arial"/>
              </a:rPr>
              <a:t>Top Authors For Topic 123</a:t>
            </a:r>
            <a:endParaRPr kumimoji="0" lang="en-US" sz="3600" b="0" i="0" u="none" strike="noStrike" kern="1200" cap="none" spc="-1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j-ea"/>
              <a:cs typeface="+mj-cs"/>
            </a:endParaRPr>
          </a:p>
        </p:txBody>
      </p:sp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D76516E4-C17B-F55B-74D0-2D8326EDD6C3}"/>
              </a:ext>
            </a:extLst>
          </p:cNvPr>
          <p:cNvSpPr txBox="1">
            <a:spLocks/>
          </p:cNvSpPr>
          <p:nvPr/>
        </p:nvSpPr>
        <p:spPr>
          <a:xfrm>
            <a:off x="11739563" y="6477000"/>
            <a:ext cx="45243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200" b="0" i="0" u="none" strike="noStrike" cap="none">
                <a:solidFill>
                  <a:schemeClr val="tx1">
                    <a:tint val="75000"/>
                  </a:schemeClr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ClrTx/>
              <a:buFontTx/>
              <a:buNone/>
              <a:tabLst>
                <a:tab pos="0" algn="l"/>
              </a:tabLst>
              <a:defRPr/>
            </a:pPr>
            <a:fld id="{91AC96F7-F8C6-4046-8A0D-FD31126D620D}" type="slidenum">
              <a:rPr lang="en-US" kern="1200" spc="-1" smtClean="0">
                <a:solidFill>
                  <a:srgbClr val="000000">
                    <a:tint val="75000"/>
                  </a:srgbClr>
                </a:solidFill>
                <a:latin typeface="Calibri"/>
                <a:ea typeface="+mn-ea"/>
                <a:cs typeface="+mn-cs"/>
              </a:rPr>
              <a:pPr>
                <a:buClrTx/>
                <a:buFontTx/>
                <a:buNone/>
                <a:tabLst>
                  <a:tab pos="0" algn="l"/>
                </a:tabLst>
                <a:defRPr/>
              </a:pPr>
              <a:t>5</a:t>
            </a:fld>
            <a:endParaRPr lang="en-US" kern="1200" spc="-1" dirty="0">
              <a:solidFill>
                <a:srgbClr val="000000">
                  <a:tint val="75000"/>
                </a:srgbClr>
              </a:solidFill>
              <a:latin typeface="Calibri"/>
              <a:ea typeface="+mn-ea"/>
              <a:cs typeface="+mn-cs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3AF3C77-4FE7-18B1-0391-82D4CE3F0E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07772" y="1851949"/>
            <a:ext cx="5176455" cy="3727047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15074814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C35D54-2667-59EC-8C41-DF90ABF0B1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>
            <a:extLst>
              <a:ext uri="{FF2B5EF4-FFF2-40B4-BE49-F238E27FC236}">
                <a16:creationId xmlns:a16="http://schemas.microsoft.com/office/drawing/2014/main" id="{E6542BD0-C46D-F0D6-2F5D-FCC0D6807DED}"/>
              </a:ext>
            </a:extLst>
          </p:cNvPr>
          <p:cNvSpPr txBox="1">
            <a:spLocks/>
          </p:cNvSpPr>
          <p:nvPr/>
        </p:nvSpPr>
        <p:spPr>
          <a:xfrm>
            <a:off x="3060430" y="392571"/>
            <a:ext cx="6835578" cy="766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>
              <a:buClrTx/>
              <a:tabLst>
                <a:tab pos="0" algn="l"/>
              </a:tabLst>
              <a:defRPr/>
            </a:pPr>
            <a:r>
              <a:rPr lang="en-US" sz="3600" spc="-1" dirty="0">
                <a:solidFill>
                  <a:srgbClr val="009DBB"/>
                </a:solidFill>
                <a:latin typeface="Arial"/>
              </a:rPr>
              <a:t>Author’s Activity All Topic – Table</a:t>
            </a:r>
            <a:endParaRPr kumimoji="0" lang="en-US" sz="3600" b="0" i="0" u="none" strike="noStrike" kern="1200" cap="none" spc="-1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j-ea"/>
              <a:cs typeface="+mj-cs"/>
            </a:endParaRPr>
          </a:p>
        </p:txBody>
      </p:sp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2E07E76F-9B27-45AD-1C5B-159DEC229D74}"/>
              </a:ext>
            </a:extLst>
          </p:cNvPr>
          <p:cNvSpPr txBox="1">
            <a:spLocks/>
          </p:cNvSpPr>
          <p:nvPr/>
        </p:nvSpPr>
        <p:spPr>
          <a:xfrm>
            <a:off x="11739563" y="6477000"/>
            <a:ext cx="45243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200" b="0" i="0" u="none" strike="noStrike" cap="none">
                <a:solidFill>
                  <a:schemeClr val="tx1">
                    <a:tint val="75000"/>
                  </a:schemeClr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ClrTx/>
              <a:buFontTx/>
              <a:buNone/>
              <a:tabLst>
                <a:tab pos="0" algn="l"/>
              </a:tabLst>
              <a:defRPr/>
            </a:pPr>
            <a:fld id="{91AC96F7-F8C6-4046-8A0D-FD31126D620D}" type="slidenum">
              <a:rPr lang="en-US" kern="1200" spc="-1" smtClean="0">
                <a:solidFill>
                  <a:srgbClr val="000000">
                    <a:tint val="75000"/>
                  </a:srgbClr>
                </a:solidFill>
                <a:latin typeface="Calibri"/>
                <a:ea typeface="+mn-ea"/>
                <a:cs typeface="+mn-cs"/>
              </a:rPr>
              <a:pPr>
                <a:buClrTx/>
                <a:buFontTx/>
                <a:buNone/>
                <a:tabLst>
                  <a:tab pos="0" algn="l"/>
                </a:tabLst>
                <a:defRPr/>
              </a:pPr>
              <a:t>6</a:t>
            </a:fld>
            <a:endParaRPr lang="en-US" kern="1200" spc="-1" dirty="0">
              <a:solidFill>
                <a:srgbClr val="000000">
                  <a:tint val="75000"/>
                </a:srgbClr>
              </a:solidFill>
              <a:latin typeface="Calibri"/>
              <a:ea typeface="+mn-ea"/>
              <a:cs typeface="+mn-cs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DC482DC3-7186-81BF-685C-E28E394EF55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71392645"/>
              </p:ext>
            </p:extLst>
          </p:nvPr>
        </p:nvGraphicFramePr>
        <p:xfrm>
          <a:off x="1442085" y="2000377"/>
          <a:ext cx="9307830" cy="3562204"/>
        </p:xfrm>
        <a:graphic>
          <a:graphicData uri="http://schemas.openxmlformats.org/drawingml/2006/table">
            <a:tbl>
              <a:tblPr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tableStyleId>{3C2FFA5D-87B4-456A-9821-1D502468CF0F}</a:tableStyleId>
              </a:tblPr>
              <a:tblGrid>
                <a:gridCol w="1258614">
                  <a:extLst>
                    <a:ext uri="{9D8B030D-6E8A-4147-A177-3AD203B41FA5}">
                      <a16:colId xmlns:a16="http://schemas.microsoft.com/office/drawing/2014/main" val="3846384309"/>
                    </a:ext>
                  </a:extLst>
                </a:gridCol>
                <a:gridCol w="807275">
                  <a:extLst>
                    <a:ext uri="{9D8B030D-6E8A-4147-A177-3AD203B41FA5}">
                      <a16:colId xmlns:a16="http://schemas.microsoft.com/office/drawing/2014/main" val="1861347610"/>
                    </a:ext>
                  </a:extLst>
                </a:gridCol>
                <a:gridCol w="702347">
                  <a:extLst>
                    <a:ext uri="{9D8B030D-6E8A-4147-A177-3AD203B41FA5}">
                      <a16:colId xmlns:a16="http://schemas.microsoft.com/office/drawing/2014/main" val="1733923800"/>
                    </a:ext>
                  </a:extLst>
                </a:gridCol>
                <a:gridCol w="1020598">
                  <a:extLst>
                    <a:ext uri="{9D8B030D-6E8A-4147-A177-3AD203B41FA5}">
                      <a16:colId xmlns:a16="http://schemas.microsoft.com/office/drawing/2014/main" val="1095989406"/>
                    </a:ext>
                  </a:extLst>
                </a:gridCol>
                <a:gridCol w="1119366">
                  <a:extLst>
                    <a:ext uri="{9D8B030D-6E8A-4147-A177-3AD203B41FA5}">
                      <a16:colId xmlns:a16="http://schemas.microsoft.com/office/drawing/2014/main" val="714661279"/>
                    </a:ext>
                  </a:extLst>
                </a:gridCol>
                <a:gridCol w="1360798">
                  <a:extLst>
                    <a:ext uri="{9D8B030D-6E8A-4147-A177-3AD203B41FA5}">
                      <a16:colId xmlns:a16="http://schemas.microsoft.com/office/drawing/2014/main" val="4037356942"/>
                    </a:ext>
                  </a:extLst>
                </a:gridCol>
                <a:gridCol w="3038832">
                  <a:extLst>
                    <a:ext uri="{9D8B030D-6E8A-4147-A177-3AD203B41FA5}">
                      <a16:colId xmlns:a16="http://schemas.microsoft.com/office/drawing/2014/main" val="3362208206"/>
                    </a:ext>
                  </a:extLst>
                </a:gridCol>
              </a:tblGrid>
              <a:tr h="71010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700" b="1" kern="1200" dirty="0">
                          <a:solidFill>
                            <a:schemeClr val="dk1"/>
                          </a:solidFill>
                          <a:effectLst/>
                        </a:rPr>
                        <a:t>Authors</a:t>
                      </a:r>
                      <a:endParaRPr lang="en-GB" sz="1700" b="1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2383" marR="42383" marT="7064" marB="706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700" b="1" kern="1200" dirty="0">
                          <a:solidFill>
                            <a:schemeClr val="dk1"/>
                          </a:solidFill>
                          <a:effectLst/>
                        </a:rPr>
                        <a:t>Topic Id</a:t>
                      </a:r>
                      <a:endParaRPr lang="en-GB" sz="1700" b="1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2383" marR="42383" marT="7064" marB="706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700" b="1" kern="1200">
                          <a:solidFill>
                            <a:schemeClr val="dk1"/>
                          </a:solidFill>
                          <a:effectLst/>
                        </a:rPr>
                        <a:t>Topic</a:t>
                      </a:r>
                      <a:endParaRPr lang="en-GB" sz="1700" b="1" kern="120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2383" marR="42383" marT="7064" marB="706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700" b="1" kern="1200" dirty="0">
                          <a:solidFill>
                            <a:schemeClr val="dk1"/>
                          </a:solidFill>
                          <a:effectLst/>
                        </a:rPr>
                        <a:t>Number of Posts</a:t>
                      </a:r>
                      <a:endParaRPr lang="en-GB" sz="1700" b="1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2383" marR="42383" marT="7064" marB="706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700" b="1" kern="1200" dirty="0">
                          <a:solidFill>
                            <a:schemeClr val="dk1"/>
                          </a:solidFill>
                          <a:effectLst/>
                        </a:rPr>
                        <a:t>Average Posts TF-IDF Score</a:t>
                      </a:r>
                      <a:endParaRPr lang="en-GB" sz="1700" b="1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2383" marR="42383" marT="7064" marB="706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700" b="1" kern="1200" dirty="0">
                          <a:solidFill>
                            <a:schemeClr val="dk1"/>
                          </a:solidFill>
                          <a:effectLst/>
                        </a:rPr>
                        <a:t>Hashtags (Counts)</a:t>
                      </a:r>
                      <a:endParaRPr lang="en-GB" sz="1700" b="1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2383" marR="42383" marT="7064" marB="706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700" b="1" kern="1200" dirty="0">
                          <a:solidFill>
                            <a:schemeClr val="dk1"/>
                          </a:solidFill>
                          <a:effectLst/>
                        </a:rPr>
                        <a:t>Topic (Frequencies)</a:t>
                      </a:r>
                      <a:endParaRPr lang="en-GB" sz="1700" b="1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2383" marR="42383" marT="7064" marB="7064" anchor="ctr"/>
                </a:tc>
                <a:extLst>
                  <a:ext uri="{0D108BD9-81ED-4DB2-BD59-A6C34878D82A}">
                    <a16:rowId xmlns:a16="http://schemas.microsoft.com/office/drawing/2014/main" val="2137955925"/>
                  </a:ext>
                </a:extLst>
              </a:tr>
              <a:tr h="2770836"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GB" sz="1700" kern="1200" dirty="0" err="1">
                          <a:solidFill>
                            <a:schemeClr val="dk1"/>
                          </a:solidFill>
                          <a:effectLst/>
                        </a:rPr>
                        <a:t>KeepDotCa</a:t>
                      </a:r>
                      <a:endParaRPr lang="en-GB" sz="17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2383" marR="42383" marT="7064" marB="7064"/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IL" sz="1700" kern="1200" dirty="0">
                          <a:solidFill>
                            <a:schemeClr val="dk1"/>
                          </a:solidFill>
                          <a:effectLst/>
                        </a:rPr>
                        <a:t>-</a:t>
                      </a:r>
                      <a:endParaRPr lang="en-IL" sz="17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2383" marR="42383" marT="7064" marB="7064"/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GB" sz="1700" kern="1200" dirty="0">
                          <a:solidFill>
                            <a:schemeClr val="dk1"/>
                          </a:solidFill>
                          <a:effectLst/>
                        </a:rPr>
                        <a:t>All Topics</a:t>
                      </a:r>
                      <a:endParaRPr lang="en-GB" sz="17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2383" marR="42383" marT="7064" marB="7064"/>
                </a:tc>
                <a:tc>
                  <a:txBody>
                    <a:bodyPr/>
                    <a:lstStyle/>
                    <a:p>
                      <a:pPr algn="r" fontAlgn="t">
                        <a:buNone/>
                      </a:pPr>
                      <a:r>
                        <a:rPr lang="en-IL" sz="1700" kern="1200">
                          <a:solidFill>
                            <a:schemeClr val="dk1"/>
                          </a:solidFill>
                          <a:effectLst/>
                        </a:rPr>
                        <a:t>34</a:t>
                      </a:r>
                      <a:endParaRPr lang="en-IL" sz="1700" kern="120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2383" marR="42383" marT="7064" marB="7064"/>
                </a:tc>
                <a:tc>
                  <a:txBody>
                    <a:bodyPr/>
                    <a:lstStyle/>
                    <a:p>
                      <a:pPr algn="r" fontAlgn="t">
                        <a:buNone/>
                      </a:pPr>
                      <a:r>
                        <a:rPr lang="en-IL" sz="1700" kern="1200">
                          <a:solidFill>
                            <a:schemeClr val="dk1"/>
                          </a:solidFill>
                          <a:effectLst/>
                        </a:rPr>
                        <a:t>0.1134</a:t>
                      </a:r>
                      <a:endParaRPr lang="en-IL" sz="1700" kern="120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2383" marR="42383" marT="7064" marB="7064"/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sv-SE" sz="1700" kern="1200">
                          <a:solidFill>
                            <a:schemeClr val="dk1"/>
                          </a:solidFill>
                          <a:effectLst/>
                        </a:rPr>
                        <a:t>#Egypt(9), #Greyson(7), #cabinet(5), #Harper(5), #attack(4)</a:t>
                      </a:r>
                      <a:endParaRPr lang="sv-SE" sz="1700" kern="120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2383" marR="42383" marT="7064" marB="7064"/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GB" sz="1700" kern="1200" dirty="0">
                          <a:solidFill>
                            <a:schemeClr val="dk1"/>
                          </a:solidFill>
                          <a:effectLst/>
                        </a:rPr>
                        <a:t>Canadians held without charge in Egypt headed home(11), Senior ministers demand world powers reject </a:t>
                      </a:r>
                      <a:r>
                        <a:rPr lang="en-GB" sz="1700" kern="1200" dirty="0" err="1">
                          <a:solidFill>
                            <a:schemeClr val="dk1"/>
                          </a:solidFill>
                          <a:effectLst/>
                        </a:rPr>
                        <a:t>Irans</a:t>
                      </a:r>
                      <a:r>
                        <a:rPr lang="en-GB" sz="1700" kern="1200" dirty="0">
                          <a:solidFill>
                            <a:schemeClr val="dk1"/>
                          </a:solidFill>
                          <a:effectLst/>
                        </a:rPr>
                        <a:t> cosmetic concessions(7), Nairobi attack shakes sense of security for </a:t>
                      </a:r>
                      <a:r>
                        <a:rPr lang="en-GB" sz="1700" kern="1200" dirty="0" err="1">
                          <a:solidFill>
                            <a:schemeClr val="dk1"/>
                          </a:solidFill>
                          <a:effectLst/>
                        </a:rPr>
                        <a:t>Kenyas</a:t>
                      </a:r>
                      <a:r>
                        <a:rPr lang="en-GB" sz="1700" kern="1200" dirty="0">
                          <a:solidFill>
                            <a:schemeClr val="dk1"/>
                          </a:solidFill>
                          <a:effectLst/>
                        </a:rPr>
                        <a:t> Jews(3), Two freed Canadians unable to leave Egypt(3), Master of mistrust(2)</a:t>
                      </a:r>
                      <a:endParaRPr lang="en-GB" sz="17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2383" marR="42383" marT="7064" marB="7064"/>
                </a:tc>
                <a:extLst>
                  <a:ext uri="{0D108BD9-81ED-4DB2-BD59-A6C34878D82A}">
                    <a16:rowId xmlns:a16="http://schemas.microsoft.com/office/drawing/2014/main" val="152714866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050161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C1A562-0273-3A18-434C-8CF275B944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>
            <a:extLst>
              <a:ext uri="{FF2B5EF4-FFF2-40B4-BE49-F238E27FC236}">
                <a16:creationId xmlns:a16="http://schemas.microsoft.com/office/drawing/2014/main" id="{842125B2-836C-0877-09A8-256635CA121F}"/>
              </a:ext>
            </a:extLst>
          </p:cNvPr>
          <p:cNvSpPr txBox="1">
            <a:spLocks/>
          </p:cNvSpPr>
          <p:nvPr/>
        </p:nvSpPr>
        <p:spPr>
          <a:xfrm>
            <a:off x="3402957" y="357847"/>
            <a:ext cx="7233831" cy="766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lang="en-US" sz="3600" spc="-1" dirty="0">
                <a:solidFill>
                  <a:srgbClr val="009DBB"/>
                </a:solidFill>
                <a:latin typeface="Arial"/>
              </a:rPr>
              <a:t>Author’s Activity Topic 123 - Table</a:t>
            </a:r>
            <a:endParaRPr kumimoji="0" lang="en-US" sz="3600" b="0" i="0" u="none" strike="noStrike" kern="1200" cap="none" spc="-1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j-ea"/>
              <a:cs typeface="+mj-cs"/>
            </a:endParaRPr>
          </a:p>
        </p:txBody>
      </p:sp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4911B725-D399-9338-6558-F121F618D820}"/>
              </a:ext>
            </a:extLst>
          </p:cNvPr>
          <p:cNvSpPr txBox="1">
            <a:spLocks/>
          </p:cNvSpPr>
          <p:nvPr/>
        </p:nvSpPr>
        <p:spPr>
          <a:xfrm>
            <a:off x="11739563" y="6477000"/>
            <a:ext cx="45243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200" b="0" i="0" u="none" strike="noStrike" cap="none">
                <a:solidFill>
                  <a:schemeClr val="tx1">
                    <a:tint val="75000"/>
                  </a:schemeClr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ClrTx/>
              <a:buFontTx/>
              <a:buNone/>
              <a:tabLst>
                <a:tab pos="0" algn="l"/>
              </a:tabLst>
              <a:defRPr/>
            </a:pPr>
            <a:fld id="{91AC96F7-F8C6-4046-8A0D-FD31126D620D}" type="slidenum">
              <a:rPr lang="en-US" kern="1200" spc="-1" smtClean="0">
                <a:solidFill>
                  <a:srgbClr val="000000">
                    <a:tint val="75000"/>
                  </a:srgbClr>
                </a:solidFill>
                <a:latin typeface="Calibri"/>
                <a:ea typeface="+mn-ea"/>
                <a:cs typeface="+mn-cs"/>
              </a:rPr>
              <a:pPr>
                <a:buClrTx/>
                <a:buFontTx/>
                <a:buNone/>
                <a:tabLst>
                  <a:tab pos="0" algn="l"/>
                </a:tabLst>
                <a:defRPr/>
              </a:pPr>
              <a:t>7</a:t>
            </a:fld>
            <a:endParaRPr lang="en-US" kern="1200" spc="-1" dirty="0">
              <a:solidFill>
                <a:srgbClr val="000000">
                  <a:tint val="75000"/>
                </a:srgbClr>
              </a:solidFill>
              <a:latin typeface="Calibri"/>
              <a:ea typeface="+mn-ea"/>
              <a:cs typeface="+mn-cs"/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2F242B97-C964-7545-6F18-5C4C1AA65F4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61705974"/>
              </p:ext>
            </p:extLst>
          </p:nvPr>
        </p:nvGraphicFramePr>
        <p:xfrm>
          <a:off x="1667207" y="2366634"/>
          <a:ext cx="8857586" cy="2873868"/>
        </p:xfrm>
        <a:graphic>
          <a:graphicData uri="http://schemas.openxmlformats.org/drawingml/2006/table">
            <a:tbl>
              <a:tblPr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tableStyleId>{3C2FFA5D-87B4-456A-9821-1D502468CF0F}</a:tableStyleId>
              </a:tblPr>
              <a:tblGrid>
                <a:gridCol w="1220343">
                  <a:extLst>
                    <a:ext uri="{9D8B030D-6E8A-4147-A177-3AD203B41FA5}">
                      <a16:colId xmlns:a16="http://schemas.microsoft.com/office/drawing/2014/main" val="1414142671"/>
                    </a:ext>
                  </a:extLst>
                </a:gridCol>
                <a:gridCol w="693825">
                  <a:extLst>
                    <a:ext uri="{9D8B030D-6E8A-4147-A177-3AD203B41FA5}">
                      <a16:colId xmlns:a16="http://schemas.microsoft.com/office/drawing/2014/main" val="1306443194"/>
                    </a:ext>
                  </a:extLst>
                </a:gridCol>
                <a:gridCol w="1533718">
                  <a:extLst>
                    <a:ext uri="{9D8B030D-6E8A-4147-A177-3AD203B41FA5}">
                      <a16:colId xmlns:a16="http://schemas.microsoft.com/office/drawing/2014/main" val="2679240646"/>
                    </a:ext>
                  </a:extLst>
                </a:gridCol>
                <a:gridCol w="919947">
                  <a:extLst>
                    <a:ext uri="{9D8B030D-6E8A-4147-A177-3AD203B41FA5}">
                      <a16:colId xmlns:a16="http://schemas.microsoft.com/office/drawing/2014/main" val="4251921230"/>
                    </a:ext>
                  </a:extLst>
                </a:gridCol>
                <a:gridCol w="1575388">
                  <a:extLst>
                    <a:ext uri="{9D8B030D-6E8A-4147-A177-3AD203B41FA5}">
                      <a16:colId xmlns:a16="http://schemas.microsoft.com/office/drawing/2014/main" val="1861789558"/>
                    </a:ext>
                  </a:extLst>
                </a:gridCol>
                <a:gridCol w="1429176">
                  <a:extLst>
                    <a:ext uri="{9D8B030D-6E8A-4147-A177-3AD203B41FA5}">
                      <a16:colId xmlns:a16="http://schemas.microsoft.com/office/drawing/2014/main" val="1122872063"/>
                    </a:ext>
                  </a:extLst>
                </a:gridCol>
                <a:gridCol w="1485189">
                  <a:extLst>
                    <a:ext uri="{9D8B030D-6E8A-4147-A177-3AD203B41FA5}">
                      <a16:colId xmlns:a16="http://schemas.microsoft.com/office/drawing/2014/main" val="3157598025"/>
                    </a:ext>
                  </a:extLst>
                </a:gridCol>
              </a:tblGrid>
              <a:tr h="105280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700" b="1" dirty="0">
                          <a:effectLst/>
                        </a:rPr>
                        <a:t>Authors</a:t>
                      </a:r>
                    </a:p>
                  </a:txBody>
                  <a:tcPr marL="84406" marR="84406" marT="14068" marB="1406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700" b="1" dirty="0">
                          <a:effectLst/>
                        </a:rPr>
                        <a:t>Topic Id</a:t>
                      </a:r>
                    </a:p>
                  </a:txBody>
                  <a:tcPr marL="84406" marR="84406" marT="14068" marB="1406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700" b="1">
                          <a:effectLst/>
                        </a:rPr>
                        <a:t>Topic</a:t>
                      </a:r>
                    </a:p>
                  </a:txBody>
                  <a:tcPr marL="84406" marR="84406" marT="14068" marB="1406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700" b="1" dirty="0">
                          <a:effectLst/>
                        </a:rPr>
                        <a:t>Number of Posts</a:t>
                      </a:r>
                    </a:p>
                  </a:txBody>
                  <a:tcPr marL="84406" marR="84406" marT="14068" marB="1406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700" b="1" dirty="0">
                          <a:effectLst/>
                        </a:rPr>
                        <a:t>Average Posts TF-IDF Score</a:t>
                      </a:r>
                    </a:p>
                  </a:txBody>
                  <a:tcPr marL="84406" marR="84406" marT="14068" marB="1406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700" b="1" dirty="0">
                          <a:effectLst/>
                        </a:rPr>
                        <a:t>Hashtags (Counts)</a:t>
                      </a:r>
                    </a:p>
                  </a:txBody>
                  <a:tcPr marL="84406" marR="84406" marT="14068" marB="1406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700" b="1" dirty="0">
                          <a:effectLst/>
                        </a:rPr>
                        <a:t>Topic (Frequencies)</a:t>
                      </a:r>
                    </a:p>
                  </a:txBody>
                  <a:tcPr marL="84406" marR="84406" marT="14068" marB="14068" anchor="ctr"/>
                </a:tc>
                <a:extLst>
                  <a:ext uri="{0D108BD9-81ED-4DB2-BD59-A6C34878D82A}">
                    <a16:rowId xmlns:a16="http://schemas.microsoft.com/office/drawing/2014/main" val="1080997263"/>
                  </a:ext>
                </a:extLst>
              </a:tr>
              <a:tr h="1821065"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GB" sz="1700" dirty="0" err="1">
                          <a:effectLst/>
                        </a:rPr>
                        <a:t>KeepDotCa</a:t>
                      </a:r>
                      <a:endParaRPr lang="en-GB" sz="1700" dirty="0">
                        <a:effectLst/>
                      </a:endParaRPr>
                    </a:p>
                  </a:txBody>
                  <a:tcPr marL="84406" marR="84406" marT="14068" marB="14068"/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IL" sz="1700">
                          <a:effectLst/>
                        </a:rPr>
                        <a:t>123</a:t>
                      </a:r>
                    </a:p>
                  </a:txBody>
                  <a:tcPr marL="84406" marR="84406" marT="14068" marB="14068"/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GB" sz="1700" dirty="0">
                          <a:effectLst/>
                        </a:rPr>
                        <a:t>Canadians held without charge in Egypt headed home</a:t>
                      </a:r>
                    </a:p>
                  </a:txBody>
                  <a:tcPr marL="84406" marR="84406" marT="14068" marB="14068"/>
                </a:tc>
                <a:tc>
                  <a:txBody>
                    <a:bodyPr/>
                    <a:lstStyle/>
                    <a:p>
                      <a:pPr algn="r" fontAlgn="t">
                        <a:buNone/>
                      </a:pPr>
                      <a:r>
                        <a:rPr lang="en-IL" sz="1700">
                          <a:effectLst/>
                        </a:rPr>
                        <a:t>11</a:t>
                      </a:r>
                    </a:p>
                  </a:txBody>
                  <a:tcPr marL="84406" marR="84406" marT="14068" marB="14068"/>
                </a:tc>
                <a:tc>
                  <a:txBody>
                    <a:bodyPr/>
                    <a:lstStyle/>
                    <a:p>
                      <a:pPr algn="r" fontAlgn="t">
                        <a:buNone/>
                      </a:pPr>
                      <a:r>
                        <a:rPr lang="en-IL" sz="1700" dirty="0">
                          <a:effectLst/>
                        </a:rPr>
                        <a:t>0.206</a:t>
                      </a:r>
                    </a:p>
                  </a:txBody>
                  <a:tcPr marL="84406" marR="84406" marT="14068" marB="14068"/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GB" sz="1700">
                          <a:effectLst/>
                        </a:rPr>
                        <a:t>#Egypt(8), #Greyson(6), #Canadians(3), #free(2), #charge(1)</a:t>
                      </a:r>
                    </a:p>
                  </a:txBody>
                  <a:tcPr marL="84406" marR="84406" marT="14068" marB="14068"/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GB" sz="1700" dirty="0">
                          <a:effectLst/>
                        </a:rPr>
                        <a:t>Canadians held without charge in Egypt headed home(11)</a:t>
                      </a:r>
                    </a:p>
                  </a:txBody>
                  <a:tcPr marL="84406" marR="84406" marT="14068" marB="14068"/>
                </a:tc>
                <a:extLst>
                  <a:ext uri="{0D108BD9-81ED-4DB2-BD59-A6C34878D82A}">
                    <a16:rowId xmlns:a16="http://schemas.microsoft.com/office/drawing/2014/main" val="324272573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537994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6E0A7C-A86E-1411-51CD-A2667F7D72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05133115-E608-157A-F87A-E98E312EB8F4}"/>
              </a:ext>
            </a:extLst>
          </p:cNvPr>
          <p:cNvSpPr txBox="1">
            <a:spLocks/>
          </p:cNvSpPr>
          <p:nvPr/>
        </p:nvSpPr>
        <p:spPr>
          <a:xfrm>
            <a:off x="11739563" y="6477000"/>
            <a:ext cx="45243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200" b="0" i="0" u="none" strike="noStrike" cap="none">
                <a:solidFill>
                  <a:schemeClr val="tx1">
                    <a:tint val="75000"/>
                  </a:schemeClr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ClrTx/>
              <a:buFontTx/>
              <a:buNone/>
              <a:tabLst>
                <a:tab pos="0" algn="l"/>
              </a:tabLst>
              <a:defRPr/>
            </a:pPr>
            <a:fld id="{91AC96F7-F8C6-4046-8A0D-FD31126D620D}" type="slidenum">
              <a:rPr lang="en-US" kern="1200" spc="-1" smtClean="0">
                <a:solidFill>
                  <a:srgbClr val="000000">
                    <a:tint val="75000"/>
                  </a:srgbClr>
                </a:solidFill>
                <a:latin typeface="Calibri"/>
                <a:ea typeface="+mn-ea"/>
                <a:cs typeface="+mn-cs"/>
              </a:rPr>
              <a:pPr>
                <a:buClrTx/>
                <a:buFontTx/>
                <a:buNone/>
                <a:tabLst>
                  <a:tab pos="0" algn="l"/>
                </a:tabLst>
                <a:defRPr/>
              </a:pPr>
              <a:t>8</a:t>
            </a:fld>
            <a:endParaRPr lang="en-US" kern="1200" spc="-1" dirty="0">
              <a:solidFill>
                <a:srgbClr val="000000">
                  <a:tint val="75000"/>
                </a:srgbClr>
              </a:solidFill>
              <a:latin typeface="Calibri"/>
              <a:ea typeface="+mn-ea"/>
              <a:cs typeface="+mn-cs"/>
            </a:endParaRPr>
          </a:p>
        </p:txBody>
      </p:sp>
      <p:sp>
        <p:nvSpPr>
          <p:cNvPr id="5" name="PlaceHolder 1">
            <a:extLst>
              <a:ext uri="{FF2B5EF4-FFF2-40B4-BE49-F238E27FC236}">
                <a16:creationId xmlns:a16="http://schemas.microsoft.com/office/drawing/2014/main" id="{48D5DF51-D71D-5281-1448-7E12FF58AF36}"/>
              </a:ext>
            </a:extLst>
          </p:cNvPr>
          <p:cNvSpPr txBox="1">
            <a:spLocks/>
          </p:cNvSpPr>
          <p:nvPr/>
        </p:nvSpPr>
        <p:spPr>
          <a:xfrm>
            <a:off x="3556000" y="514491"/>
            <a:ext cx="8229768" cy="766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buClrTx/>
              <a:tabLst>
                <a:tab pos="0" algn="l"/>
              </a:tabLst>
              <a:defRPr/>
            </a:pPr>
            <a:r>
              <a:rPr lang="en-US" sz="3600" spc="-1" dirty="0">
                <a:solidFill>
                  <a:srgbClr val="009DBB"/>
                </a:solidFill>
                <a:latin typeface="Arial"/>
              </a:rPr>
              <a:t>Author’s Activity – Top Posts</a:t>
            </a:r>
            <a:endParaRPr kumimoji="0" lang="en-US" sz="3600" b="0" i="0" u="none" strike="noStrike" kern="1200" cap="none" spc="-1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j-ea"/>
              <a:cs typeface="+mj-cs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9A9B3FA1-4F68-555F-35C1-1BCB45D3C18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04075397"/>
              </p:ext>
            </p:extLst>
          </p:nvPr>
        </p:nvGraphicFramePr>
        <p:xfrm>
          <a:off x="1033938" y="1491284"/>
          <a:ext cx="10124124" cy="4696154"/>
        </p:xfrm>
        <a:graphic>
          <a:graphicData uri="http://schemas.openxmlformats.org/drawingml/2006/table">
            <a:tbl>
              <a:tblPr>
                <a:tableStyleId>{3C2FFA5D-87B4-456A-9821-1D502468CF0F}</a:tableStyleId>
              </a:tblPr>
              <a:tblGrid>
                <a:gridCol w="581502">
                  <a:extLst>
                    <a:ext uri="{9D8B030D-6E8A-4147-A177-3AD203B41FA5}">
                      <a16:colId xmlns:a16="http://schemas.microsoft.com/office/drawing/2014/main" val="2269369541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3615811544"/>
                    </a:ext>
                  </a:extLst>
                </a:gridCol>
                <a:gridCol w="899160">
                  <a:extLst>
                    <a:ext uri="{9D8B030D-6E8A-4147-A177-3AD203B41FA5}">
                      <a16:colId xmlns:a16="http://schemas.microsoft.com/office/drawing/2014/main" val="1549680739"/>
                    </a:ext>
                  </a:extLst>
                </a:gridCol>
                <a:gridCol w="6448902">
                  <a:extLst>
                    <a:ext uri="{9D8B030D-6E8A-4147-A177-3AD203B41FA5}">
                      <a16:colId xmlns:a16="http://schemas.microsoft.com/office/drawing/2014/main" val="3743989402"/>
                    </a:ext>
                  </a:extLst>
                </a:gridCol>
              </a:tblGrid>
              <a:tr h="29354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700" b="1" kern="1200" dirty="0">
                          <a:solidFill>
                            <a:schemeClr val="dk1"/>
                          </a:solidFill>
                          <a:effectLst/>
                        </a:rPr>
                        <a:t>topic</a:t>
                      </a:r>
                      <a:endParaRPr lang="en-GB" sz="1700" b="1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5667" marR="35667" marT="5944" marB="594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700" b="1" kern="1200">
                          <a:solidFill>
                            <a:schemeClr val="dk1"/>
                          </a:solidFill>
                          <a:effectLst/>
                        </a:rPr>
                        <a:t>title</a:t>
                      </a:r>
                      <a:endParaRPr lang="en-GB" sz="1700" b="1" kern="120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5667" marR="35667" marT="5944" marB="594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700" b="1" kern="1200">
                          <a:solidFill>
                            <a:schemeClr val="dk1"/>
                          </a:solidFill>
                          <a:effectLst/>
                        </a:rPr>
                        <a:t>date</a:t>
                      </a:r>
                      <a:endParaRPr lang="en-GB" sz="1700" b="1" kern="120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5667" marR="35667" marT="5944" marB="594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700" b="1" kern="1200" dirty="0">
                          <a:solidFill>
                            <a:schemeClr val="dk1"/>
                          </a:solidFill>
                          <a:effectLst/>
                        </a:rPr>
                        <a:t>content</a:t>
                      </a:r>
                      <a:endParaRPr lang="en-GB" sz="1700" b="1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5667" marR="35667" marT="5944" marB="5944" anchor="ctr"/>
                </a:tc>
                <a:extLst>
                  <a:ext uri="{0D108BD9-81ED-4DB2-BD59-A6C34878D82A}">
                    <a16:rowId xmlns:a16="http://schemas.microsoft.com/office/drawing/2014/main" val="1185830756"/>
                  </a:ext>
                </a:extLst>
              </a:tr>
              <a:tr h="880521">
                <a:tc>
                  <a:txBody>
                    <a:bodyPr/>
                    <a:lstStyle/>
                    <a:p>
                      <a:pPr algn="r" fontAlgn="t">
                        <a:buNone/>
                      </a:pPr>
                      <a:r>
                        <a:rPr lang="en-IL" sz="1700" kern="1200" dirty="0">
                          <a:solidFill>
                            <a:schemeClr val="dk1"/>
                          </a:solidFill>
                          <a:effectLst/>
                        </a:rPr>
                        <a:t>123</a:t>
                      </a:r>
                      <a:endParaRPr lang="en-IL" sz="17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5667" marR="35667" marT="5944" marB="5944"/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GB" sz="1700" kern="1200" dirty="0">
                          <a:solidFill>
                            <a:schemeClr val="dk1"/>
                          </a:solidFill>
                          <a:effectLst/>
                        </a:rPr>
                        <a:t>Canadians held without charge in Egypt headed home</a:t>
                      </a:r>
                      <a:endParaRPr lang="en-GB" sz="17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5667" marR="35667" marT="5944" marB="5944"/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IL" sz="1700" kern="1200">
                          <a:solidFill>
                            <a:schemeClr val="dk1"/>
                          </a:solidFill>
                          <a:effectLst/>
                        </a:rPr>
                        <a:t>2013-10-11 23:15:45</a:t>
                      </a:r>
                      <a:endParaRPr lang="en-IL" sz="1700" kern="120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5667" marR="35667" marT="5944" marB="5944"/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GB" sz="1700" kern="1200" dirty="0">
                          <a:solidFill>
                            <a:schemeClr val="dk1"/>
                          </a:solidFill>
                          <a:effectLst/>
                        </a:rPr>
                        <a:t>keep.ca: 2 Canadians jailed in Egypt without charge reportedly heading home - TORONTO - Two... http://bit.ly/1een04y # Canadians # charge</a:t>
                      </a:r>
                      <a:endParaRPr lang="en-GB" sz="17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5667" marR="35667" marT="5944" marB="5944"/>
                </a:tc>
                <a:extLst>
                  <a:ext uri="{0D108BD9-81ED-4DB2-BD59-A6C34878D82A}">
                    <a16:rowId xmlns:a16="http://schemas.microsoft.com/office/drawing/2014/main" val="3652083475"/>
                  </a:ext>
                </a:extLst>
              </a:tr>
              <a:tr h="880521">
                <a:tc>
                  <a:txBody>
                    <a:bodyPr/>
                    <a:lstStyle/>
                    <a:p>
                      <a:pPr algn="r" fontAlgn="t">
                        <a:buNone/>
                      </a:pPr>
                      <a:r>
                        <a:rPr lang="en-IL" sz="1700" kern="1200">
                          <a:solidFill>
                            <a:schemeClr val="dk1"/>
                          </a:solidFill>
                          <a:effectLst/>
                        </a:rPr>
                        <a:t>123</a:t>
                      </a:r>
                      <a:endParaRPr lang="en-IL" sz="1700" kern="120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5667" marR="35667" marT="5944" marB="5944"/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GB" sz="1700" kern="1200">
                          <a:solidFill>
                            <a:schemeClr val="dk1"/>
                          </a:solidFill>
                          <a:effectLst/>
                        </a:rPr>
                        <a:t>Canadians held without charge in Egypt headed home</a:t>
                      </a:r>
                      <a:endParaRPr lang="en-GB" sz="1700" kern="120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5667" marR="35667" marT="5944" marB="5944"/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IL" sz="1700" kern="1200">
                          <a:solidFill>
                            <a:schemeClr val="dk1"/>
                          </a:solidFill>
                          <a:effectLst/>
                        </a:rPr>
                        <a:t>2013-09-30 23:31:11</a:t>
                      </a:r>
                      <a:endParaRPr lang="en-IL" sz="1700" kern="120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5667" marR="35667" marT="5944" marB="5944"/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GB" sz="1700" kern="1200" dirty="0">
                          <a:solidFill>
                            <a:schemeClr val="dk1"/>
                          </a:solidFill>
                          <a:effectLst/>
                        </a:rPr>
                        <a:t>keep.ca: Two Canadians held in Egypt have detention extended: family - Two Canadians arrested and held... http://bit.ly/15EFDZG # Canadians</a:t>
                      </a:r>
                      <a:endParaRPr lang="en-GB" sz="17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5667" marR="35667" marT="5944" marB="5944"/>
                </a:tc>
                <a:extLst>
                  <a:ext uri="{0D108BD9-81ED-4DB2-BD59-A6C34878D82A}">
                    <a16:rowId xmlns:a16="http://schemas.microsoft.com/office/drawing/2014/main" val="783971237"/>
                  </a:ext>
                </a:extLst>
              </a:tr>
              <a:tr h="880521">
                <a:tc>
                  <a:txBody>
                    <a:bodyPr/>
                    <a:lstStyle/>
                    <a:p>
                      <a:pPr algn="r" fontAlgn="t">
                        <a:buNone/>
                      </a:pPr>
                      <a:r>
                        <a:rPr lang="en-IL" sz="1700" kern="1200">
                          <a:solidFill>
                            <a:schemeClr val="dk1"/>
                          </a:solidFill>
                          <a:effectLst/>
                        </a:rPr>
                        <a:t>123</a:t>
                      </a:r>
                      <a:endParaRPr lang="en-IL" sz="1700" kern="120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5667" marR="35667" marT="5944" marB="5944"/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GB" sz="1700" kern="1200">
                          <a:solidFill>
                            <a:schemeClr val="dk1"/>
                          </a:solidFill>
                          <a:effectLst/>
                        </a:rPr>
                        <a:t>Canadians held without charge in Egypt headed home</a:t>
                      </a:r>
                      <a:endParaRPr lang="en-GB" sz="1700" kern="120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5667" marR="35667" marT="5944" marB="5944"/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IL" sz="1700" kern="1200" dirty="0">
                          <a:solidFill>
                            <a:schemeClr val="dk1"/>
                          </a:solidFill>
                          <a:effectLst/>
                        </a:rPr>
                        <a:t>2013-09-30 05:59:35</a:t>
                      </a:r>
                      <a:endParaRPr lang="en-IL" sz="17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5667" marR="35667" marT="5944" marB="5944"/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GB" sz="1700" kern="1200" dirty="0">
                          <a:solidFill>
                            <a:schemeClr val="dk1"/>
                          </a:solidFill>
                          <a:effectLst/>
                        </a:rPr>
                        <a:t>keep.ca: Two Canadians held in Egypt have detention extended: family - Two Canadians arrested and held... http://bit.ly/15EFDZG # Canadians</a:t>
                      </a:r>
                      <a:endParaRPr lang="en-GB" sz="17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5667" marR="35667" marT="5944" marB="5944"/>
                </a:tc>
                <a:extLst>
                  <a:ext uri="{0D108BD9-81ED-4DB2-BD59-A6C34878D82A}">
                    <a16:rowId xmlns:a16="http://schemas.microsoft.com/office/drawing/2014/main" val="2253728347"/>
                  </a:ext>
                </a:extLst>
              </a:tr>
              <a:tr h="880521">
                <a:tc>
                  <a:txBody>
                    <a:bodyPr/>
                    <a:lstStyle/>
                    <a:p>
                      <a:pPr algn="r" fontAlgn="t">
                        <a:buNone/>
                      </a:pPr>
                      <a:r>
                        <a:rPr lang="en-IL" sz="1700" kern="1200">
                          <a:solidFill>
                            <a:schemeClr val="dk1"/>
                          </a:solidFill>
                          <a:effectLst/>
                        </a:rPr>
                        <a:t>123</a:t>
                      </a:r>
                      <a:endParaRPr lang="en-IL" sz="1700" kern="120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5667" marR="35667" marT="5944" marB="5944"/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GB" sz="1700" kern="1200">
                          <a:solidFill>
                            <a:schemeClr val="dk1"/>
                          </a:solidFill>
                          <a:effectLst/>
                        </a:rPr>
                        <a:t>Canadians held without charge in Egypt headed home</a:t>
                      </a:r>
                      <a:endParaRPr lang="en-GB" sz="1700" kern="120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5667" marR="35667" marT="5944" marB="5944"/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IL" sz="1700" kern="1200">
                          <a:solidFill>
                            <a:schemeClr val="dk1"/>
                          </a:solidFill>
                          <a:effectLst/>
                        </a:rPr>
                        <a:t>2013-10-08 16:13:08</a:t>
                      </a:r>
                      <a:endParaRPr lang="en-IL" sz="1700" kern="120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5667" marR="35667" marT="5944" marB="5944"/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GB" sz="1700" kern="1200" dirty="0">
                          <a:solidFill>
                            <a:schemeClr val="dk1"/>
                          </a:solidFill>
                          <a:effectLst/>
                        </a:rPr>
                        <a:t>keep.ca: John Greyson, Tarek Loubani released in Egypt, not yet heading home - Two Canadians held... http://bit.ly/GCRSzH # Egypt # Greyson</a:t>
                      </a:r>
                      <a:endParaRPr lang="en-GB" sz="17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5667" marR="35667" marT="5944" marB="5944"/>
                </a:tc>
                <a:extLst>
                  <a:ext uri="{0D108BD9-81ED-4DB2-BD59-A6C34878D82A}">
                    <a16:rowId xmlns:a16="http://schemas.microsoft.com/office/drawing/2014/main" val="1795014841"/>
                  </a:ext>
                </a:extLst>
              </a:tr>
              <a:tr h="880521">
                <a:tc>
                  <a:txBody>
                    <a:bodyPr/>
                    <a:lstStyle/>
                    <a:p>
                      <a:pPr algn="r" fontAlgn="t">
                        <a:buNone/>
                      </a:pPr>
                      <a:r>
                        <a:rPr lang="en-IL" sz="1700" kern="1200" dirty="0">
                          <a:solidFill>
                            <a:schemeClr val="dk1"/>
                          </a:solidFill>
                          <a:effectLst/>
                        </a:rPr>
                        <a:t>123</a:t>
                      </a:r>
                      <a:endParaRPr lang="en-IL" sz="17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5667" marR="35667" marT="5944" marB="5944"/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GB" sz="1700" kern="1200">
                          <a:solidFill>
                            <a:schemeClr val="dk1"/>
                          </a:solidFill>
                          <a:effectLst/>
                        </a:rPr>
                        <a:t>Canadians held without charge in Egypt headed home</a:t>
                      </a:r>
                      <a:endParaRPr lang="en-GB" sz="1700" kern="120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5667" marR="35667" marT="5944" marB="5944"/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IL" sz="1700" kern="1200">
                          <a:solidFill>
                            <a:schemeClr val="dk1"/>
                          </a:solidFill>
                          <a:effectLst/>
                        </a:rPr>
                        <a:t>2013-10-06 21:04:44</a:t>
                      </a:r>
                      <a:endParaRPr lang="en-IL" sz="1700" kern="120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5667" marR="35667" marT="5944" marB="5944"/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GB" sz="1700" kern="1200" dirty="0">
                          <a:solidFill>
                            <a:schemeClr val="dk1"/>
                          </a:solidFill>
                          <a:effectLst/>
                        </a:rPr>
                        <a:t>keep.ca: John Greyson, Tarek Loubani released in Egypt, not yet heading home - Two Canadians held... http://bit.ly/GCRSzH # Egypt # Greyson</a:t>
                      </a:r>
                      <a:endParaRPr lang="en-GB" sz="17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5667" marR="35667" marT="5944" marB="5944"/>
                </a:tc>
                <a:extLst>
                  <a:ext uri="{0D108BD9-81ED-4DB2-BD59-A6C34878D82A}">
                    <a16:rowId xmlns:a16="http://schemas.microsoft.com/office/drawing/2014/main" val="248747171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0720055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A27828-8C84-3B03-B059-99DCFCE0D3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3F27E83A-F795-6B67-69B8-69A2B90CDBB7}"/>
              </a:ext>
            </a:extLst>
          </p:cNvPr>
          <p:cNvSpPr txBox="1">
            <a:spLocks/>
          </p:cNvSpPr>
          <p:nvPr/>
        </p:nvSpPr>
        <p:spPr>
          <a:xfrm>
            <a:off x="11739563" y="6477000"/>
            <a:ext cx="45243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200" b="0" i="0" u="none" strike="noStrike" cap="none">
                <a:solidFill>
                  <a:schemeClr val="tx1">
                    <a:tint val="75000"/>
                  </a:schemeClr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ClrTx/>
              <a:buFontTx/>
              <a:buNone/>
              <a:tabLst>
                <a:tab pos="0" algn="l"/>
              </a:tabLst>
              <a:defRPr/>
            </a:pPr>
            <a:fld id="{91AC96F7-F8C6-4046-8A0D-FD31126D620D}" type="slidenum">
              <a:rPr lang="en-US" kern="1200" spc="-1" smtClean="0">
                <a:solidFill>
                  <a:srgbClr val="000000">
                    <a:tint val="75000"/>
                  </a:srgbClr>
                </a:solidFill>
                <a:latin typeface="Calibri"/>
                <a:ea typeface="+mn-ea"/>
                <a:cs typeface="+mn-cs"/>
              </a:rPr>
              <a:pPr>
                <a:buClrTx/>
                <a:buFontTx/>
                <a:buNone/>
                <a:tabLst>
                  <a:tab pos="0" algn="l"/>
                </a:tabLst>
                <a:defRPr/>
              </a:pPr>
              <a:t>9</a:t>
            </a:fld>
            <a:endParaRPr lang="en-US" kern="1200" spc="-1" dirty="0">
              <a:solidFill>
                <a:srgbClr val="000000">
                  <a:tint val="75000"/>
                </a:srgbClr>
              </a:solidFill>
              <a:latin typeface="Calibri"/>
              <a:ea typeface="+mn-ea"/>
              <a:cs typeface="+mn-cs"/>
            </a:endParaRPr>
          </a:p>
        </p:txBody>
      </p:sp>
      <p:sp>
        <p:nvSpPr>
          <p:cNvPr id="5" name="PlaceHolder 1">
            <a:extLst>
              <a:ext uri="{FF2B5EF4-FFF2-40B4-BE49-F238E27FC236}">
                <a16:creationId xmlns:a16="http://schemas.microsoft.com/office/drawing/2014/main" id="{AFDC49B3-9E72-F16F-C315-9A04A7088F0A}"/>
              </a:ext>
            </a:extLst>
          </p:cNvPr>
          <p:cNvSpPr txBox="1">
            <a:spLocks/>
          </p:cNvSpPr>
          <p:nvPr/>
        </p:nvSpPr>
        <p:spPr>
          <a:xfrm>
            <a:off x="3556000" y="514491"/>
            <a:ext cx="8229768" cy="766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buClrTx/>
              <a:tabLst>
                <a:tab pos="0" algn="l"/>
              </a:tabLst>
              <a:defRPr/>
            </a:pPr>
            <a:r>
              <a:rPr lang="en-US" sz="3600" spc="-1" dirty="0">
                <a:solidFill>
                  <a:srgbClr val="009DBB"/>
                </a:solidFill>
                <a:latin typeface="Arial"/>
              </a:rPr>
              <a:t>Author’s Activity – </a:t>
            </a:r>
            <a:r>
              <a:rPr lang="en-GB" sz="3600" spc="-1" dirty="0">
                <a:solidFill>
                  <a:srgbClr val="009DBB"/>
                </a:solidFill>
                <a:latin typeface="Arial"/>
              </a:rPr>
              <a:t>Lowest Score Posts</a:t>
            </a:r>
            <a:endParaRPr lang="en-US" sz="3600" spc="-1" dirty="0">
              <a:solidFill>
                <a:srgbClr val="009DBB"/>
              </a:solidFill>
              <a:latin typeface="Arial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65A5D64B-60D9-A722-1CA9-9E8D0FBB6F1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35762419"/>
              </p:ext>
            </p:extLst>
          </p:nvPr>
        </p:nvGraphicFramePr>
        <p:xfrm>
          <a:off x="1288414" y="1341782"/>
          <a:ext cx="9615171" cy="4880372"/>
        </p:xfrm>
        <a:graphic>
          <a:graphicData uri="http://schemas.openxmlformats.org/drawingml/2006/table">
            <a:tbl>
              <a:tblPr>
                <a:tableStyleId>{3C2FFA5D-87B4-456A-9821-1D502468CF0F}</a:tableStyleId>
              </a:tblPr>
              <a:tblGrid>
                <a:gridCol w="562612">
                  <a:extLst>
                    <a:ext uri="{9D8B030D-6E8A-4147-A177-3AD203B41FA5}">
                      <a16:colId xmlns:a16="http://schemas.microsoft.com/office/drawing/2014/main" val="920587159"/>
                    </a:ext>
                  </a:extLst>
                </a:gridCol>
                <a:gridCol w="1983422">
                  <a:extLst>
                    <a:ext uri="{9D8B030D-6E8A-4147-A177-3AD203B41FA5}">
                      <a16:colId xmlns:a16="http://schemas.microsoft.com/office/drawing/2014/main" val="4161082558"/>
                    </a:ext>
                  </a:extLst>
                </a:gridCol>
                <a:gridCol w="1061501">
                  <a:extLst>
                    <a:ext uri="{9D8B030D-6E8A-4147-A177-3AD203B41FA5}">
                      <a16:colId xmlns:a16="http://schemas.microsoft.com/office/drawing/2014/main" val="2866878403"/>
                    </a:ext>
                  </a:extLst>
                </a:gridCol>
                <a:gridCol w="6007636">
                  <a:extLst>
                    <a:ext uri="{9D8B030D-6E8A-4147-A177-3AD203B41FA5}">
                      <a16:colId xmlns:a16="http://schemas.microsoft.com/office/drawing/2014/main" val="1970128721"/>
                    </a:ext>
                  </a:extLst>
                </a:gridCol>
              </a:tblGrid>
              <a:tr h="23243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700" b="1" kern="1200" dirty="0">
                          <a:solidFill>
                            <a:schemeClr val="dk1"/>
                          </a:solidFill>
                          <a:effectLst/>
                        </a:rPr>
                        <a:t>topic</a:t>
                      </a:r>
                      <a:endParaRPr lang="en-GB" sz="1700" b="1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566" marR="36566" marT="6094" marB="609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700" b="1" kern="1200">
                          <a:solidFill>
                            <a:schemeClr val="dk1"/>
                          </a:solidFill>
                          <a:effectLst/>
                        </a:rPr>
                        <a:t>title</a:t>
                      </a:r>
                      <a:endParaRPr lang="en-GB" sz="1700" b="1" kern="120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566" marR="36566" marT="6094" marB="609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700" b="1" kern="1200">
                          <a:solidFill>
                            <a:schemeClr val="dk1"/>
                          </a:solidFill>
                          <a:effectLst/>
                        </a:rPr>
                        <a:t>date</a:t>
                      </a:r>
                      <a:endParaRPr lang="en-GB" sz="1700" b="1" kern="120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566" marR="36566" marT="6094" marB="609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700" b="1" kern="1200" dirty="0">
                          <a:solidFill>
                            <a:schemeClr val="dk1"/>
                          </a:solidFill>
                          <a:effectLst/>
                        </a:rPr>
                        <a:t>content</a:t>
                      </a:r>
                      <a:endParaRPr lang="en-GB" sz="1700" b="1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566" marR="36566" marT="6094" marB="6094" anchor="ctr"/>
                </a:tc>
                <a:extLst>
                  <a:ext uri="{0D108BD9-81ED-4DB2-BD59-A6C34878D82A}">
                    <a16:rowId xmlns:a16="http://schemas.microsoft.com/office/drawing/2014/main" val="3661525350"/>
                  </a:ext>
                </a:extLst>
              </a:tr>
              <a:tr h="1120410">
                <a:tc>
                  <a:txBody>
                    <a:bodyPr/>
                    <a:lstStyle/>
                    <a:p>
                      <a:pPr algn="r" fontAlgn="t">
                        <a:buNone/>
                      </a:pPr>
                      <a:r>
                        <a:rPr lang="en-IL" sz="1700" kern="1200">
                          <a:solidFill>
                            <a:schemeClr val="dk1"/>
                          </a:solidFill>
                          <a:effectLst/>
                        </a:rPr>
                        <a:t>84</a:t>
                      </a:r>
                      <a:endParaRPr lang="en-IL" sz="1700" kern="120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566" marR="36566" marT="6094" marB="6094"/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GB" sz="1700" kern="1200">
                          <a:solidFill>
                            <a:schemeClr val="dk1"/>
                          </a:solidFill>
                          <a:effectLst/>
                        </a:rPr>
                        <a:t>As talks kick off Iran calls Western reaction to nuclear proposal good</a:t>
                      </a:r>
                      <a:endParaRPr lang="en-GB" sz="1700" kern="120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566" marR="36566" marT="6094" marB="6094"/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IL" sz="1700" kern="1200">
                          <a:solidFill>
                            <a:schemeClr val="dk1"/>
                          </a:solidFill>
                          <a:effectLst/>
                        </a:rPr>
                        <a:t>2013-09-25 22:50:45</a:t>
                      </a:r>
                      <a:endParaRPr lang="en-IL" sz="1700" kern="120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566" marR="36566" marT="6094" marB="6094"/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GB" sz="1700" kern="1200" dirty="0">
                          <a:solidFill>
                            <a:schemeClr val="dk1"/>
                          </a:solidFill>
                          <a:effectLst/>
                        </a:rPr>
                        <a:t>keep.ca: Deputy warden can't remember talks with teen prisoner who killed herself - TORONTO - A... http://bit.ly/190ueDF # can't # Deputy</a:t>
                      </a:r>
                      <a:endParaRPr lang="en-GB" sz="17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566" marR="36566" marT="6094" marB="6094"/>
                </a:tc>
                <a:extLst>
                  <a:ext uri="{0D108BD9-81ED-4DB2-BD59-A6C34878D82A}">
                    <a16:rowId xmlns:a16="http://schemas.microsoft.com/office/drawing/2014/main" val="2816228446"/>
                  </a:ext>
                </a:extLst>
              </a:tr>
              <a:tr h="1120410">
                <a:tc>
                  <a:txBody>
                    <a:bodyPr/>
                    <a:lstStyle/>
                    <a:p>
                      <a:pPr algn="r" fontAlgn="t">
                        <a:buNone/>
                      </a:pPr>
                      <a:r>
                        <a:rPr lang="en-IL" sz="1700" kern="1200">
                          <a:solidFill>
                            <a:schemeClr val="dk1"/>
                          </a:solidFill>
                          <a:effectLst/>
                        </a:rPr>
                        <a:t>84</a:t>
                      </a:r>
                      <a:endParaRPr lang="en-IL" sz="1700" kern="120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566" marR="36566" marT="6094" marB="6094"/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GB" sz="1700" kern="1200">
                          <a:solidFill>
                            <a:schemeClr val="dk1"/>
                          </a:solidFill>
                          <a:effectLst/>
                        </a:rPr>
                        <a:t>As talks kick off Iran calls Western reaction to nuclear proposal good</a:t>
                      </a:r>
                      <a:endParaRPr lang="en-GB" sz="1700" kern="120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566" marR="36566" marT="6094" marB="6094"/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IL" sz="1700" kern="1200">
                          <a:solidFill>
                            <a:schemeClr val="dk1"/>
                          </a:solidFill>
                          <a:effectLst/>
                        </a:rPr>
                        <a:t>2013-09-26 19:48:47</a:t>
                      </a:r>
                      <a:endParaRPr lang="en-IL" sz="1700" kern="120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566" marR="36566" marT="6094" marB="6094"/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GB" sz="1700" kern="1200" dirty="0">
                          <a:solidFill>
                            <a:schemeClr val="dk1"/>
                          </a:solidFill>
                          <a:effectLst/>
                        </a:rPr>
                        <a:t>keep.ca: Deputy warden can't remember talks with teen prisoner who killed herself - TORONTO - A... http://bit.ly/190ueDF # can't # Deputy</a:t>
                      </a:r>
                      <a:endParaRPr lang="en-GB" sz="17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566" marR="36566" marT="6094" marB="6094"/>
                </a:tc>
                <a:extLst>
                  <a:ext uri="{0D108BD9-81ED-4DB2-BD59-A6C34878D82A}">
                    <a16:rowId xmlns:a16="http://schemas.microsoft.com/office/drawing/2014/main" val="3123395623"/>
                  </a:ext>
                </a:extLst>
              </a:tr>
              <a:tr h="676423">
                <a:tc>
                  <a:txBody>
                    <a:bodyPr/>
                    <a:lstStyle/>
                    <a:p>
                      <a:pPr algn="r" fontAlgn="t">
                        <a:buNone/>
                      </a:pPr>
                      <a:r>
                        <a:rPr lang="en-IL" sz="1700" kern="1200">
                          <a:solidFill>
                            <a:schemeClr val="dk1"/>
                          </a:solidFill>
                          <a:effectLst/>
                        </a:rPr>
                        <a:t>272</a:t>
                      </a:r>
                      <a:endParaRPr lang="en-IL" sz="1700" kern="120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566" marR="36566" marT="6094" marB="6094"/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GB" sz="1700" kern="1200">
                          <a:solidFill>
                            <a:schemeClr val="dk1"/>
                          </a:solidFill>
                          <a:effectLst/>
                        </a:rPr>
                        <a:t>Global watchdog approves Syria disarmament plan</a:t>
                      </a:r>
                      <a:endParaRPr lang="en-GB" sz="1700" kern="120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566" marR="36566" marT="6094" marB="6094"/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IL" sz="1700" kern="1200">
                          <a:solidFill>
                            <a:schemeClr val="dk1"/>
                          </a:solidFill>
                          <a:effectLst/>
                        </a:rPr>
                        <a:t>2013-08-08 22:29:57</a:t>
                      </a:r>
                      <a:endParaRPr lang="en-IL" sz="1700" kern="120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566" marR="36566" marT="6094" marB="6094"/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GB" sz="1700" kern="1200">
                          <a:solidFill>
                            <a:schemeClr val="dk1"/>
                          </a:solidFill>
                          <a:effectLst/>
                        </a:rPr>
                        <a:t>keep.ca: IMF review gives former budget watchdog high marks - In a review of global budget... http://bit.ly/12ZBPX8 # budget # Former</a:t>
                      </a:r>
                      <a:endParaRPr lang="en-GB" sz="1700" kern="120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566" marR="36566" marT="6094" marB="6094"/>
                </a:tc>
                <a:extLst>
                  <a:ext uri="{0D108BD9-81ED-4DB2-BD59-A6C34878D82A}">
                    <a16:rowId xmlns:a16="http://schemas.microsoft.com/office/drawing/2014/main" val="2433701538"/>
                  </a:ext>
                </a:extLst>
              </a:tr>
              <a:tr h="676423">
                <a:tc>
                  <a:txBody>
                    <a:bodyPr/>
                    <a:lstStyle/>
                    <a:p>
                      <a:pPr algn="r" fontAlgn="t">
                        <a:buNone/>
                      </a:pPr>
                      <a:r>
                        <a:rPr lang="en-IL" sz="1700" kern="1200">
                          <a:solidFill>
                            <a:schemeClr val="dk1"/>
                          </a:solidFill>
                          <a:effectLst/>
                        </a:rPr>
                        <a:t>272</a:t>
                      </a:r>
                      <a:endParaRPr lang="en-IL" sz="1700" kern="120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566" marR="36566" marT="6094" marB="6094"/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GB" sz="1700" kern="1200">
                          <a:solidFill>
                            <a:schemeClr val="dk1"/>
                          </a:solidFill>
                          <a:effectLst/>
                        </a:rPr>
                        <a:t>Global watchdog approves Syria disarmament plan</a:t>
                      </a:r>
                      <a:endParaRPr lang="en-GB" sz="1700" kern="120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566" marR="36566" marT="6094" marB="6094"/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IL" sz="1700" kern="1200">
                          <a:solidFill>
                            <a:schemeClr val="dk1"/>
                          </a:solidFill>
                          <a:effectLst/>
                        </a:rPr>
                        <a:t>2013-08-07 10:36:58</a:t>
                      </a:r>
                      <a:endParaRPr lang="en-IL" sz="1700" kern="120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566" marR="36566" marT="6094" marB="6094"/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GB" sz="1700" kern="1200">
                          <a:solidFill>
                            <a:schemeClr val="dk1"/>
                          </a:solidFill>
                          <a:effectLst/>
                        </a:rPr>
                        <a:t>keep.ca: IMF review gives former budget watchdog high marks - In a review of global budget... http://bit.ly/12ZBPX8 # budget # Former</a:t>
                      </a:r>
                      <a:endParaRPr lang="en-GB" sz="1700" kern="120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566" marR="36566" marT="6094" marB="6094"/>
                </a:tc>
                <a:extLst>
                  <a:ext uri="{0D108BD9-81ED-4DB2-BD59-A6C34878D82A}">
                    <a16:rowId xmlns:a16="http://schemas.microsoft.com/office/drawing/2014/main" val="4168958636"/>
                  </a:ext>
                </a:extLst>
              </a:tr>
              <a:tr h="762401">
                <a:tc>
                  <a:txBody>
                    <a:bodyPr/>
                    <a:lstStyle/>
                    <a:p>
                      <a:pPr algn="r" fontAlgn="t">
                        <a:buNone/>
                      </a:pPr>
                      <a:r>
                        <a:rPr lang="en-IL" sz="1700" kern="1200" dirty="0">
                          <a:solidFill>
                            <a:schemeClr val="dk1"/>
                          </a:solidFill>
                          <a:effectLst/>
                        </a:rPr>
                        <a:t>853</a:t>
                      </a:r>
                      <a:endParaRPr lang="en-IL" sz="17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566" marR="36566" marT="6094" marB="6094"/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GB" sz="1700" kern="1200">
                          <a:solidFill>
                            <a:schemeClr val="dk1"/>
                          </a:solidFill>
                          <a:effectLst/>
                        </a:rPr>
                        <a:t>Three killed in attack on church wedding in Cairo</a:t>
                      </a:r>
                      <a:endParaRPr lang="en-GB" sz="1700" kern="120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566" marR="36566" marT="6094" marB="6094"/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IL" sz="1700" kern="1200">
                          <a:solidFill>
                            <a:schemeClr val="dk1"/>
                          </a:solidFill>
                          <a:effectLst/>
                        </a:rPr>
                        <a:t>2013-10-20 23:22:29</a:t>
                      </a:r>
                      <a:endParaRPr lang="en-IL" sz="1700" kern="120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566" marR="36566" marT="6094" marB="6094"/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GB" sz="1700" kern="1200" dirty="0">
                          <a:solidFill>
                            <a:schemeClr val="dk1"/>
                          </a:solidFill>
                          <a:effectLst/>
                        </a:rPr>
                        <a:t>keep.ca: Third attack in three weeks at UBC makes investigation top </a:t>
                      </a:r>
                      <a:r>
                        <a:rPr lang="en-GB" sz="1700" kern="1200" dirty="0" err="1">
                          <a:solidFill>
                            <a:schemeClr val="dk1"/>
                          </a:solidFill>
                          <a:effectLst/>
                        </a:rPr>
                        <a:t>priority:RCMP</a:t>
                      </a:r>
                      <a:r>
                        <a:rPr lang="en-GB" sz="1700" kern="1200" dirty="0">
                          <a:solidFill>
                            <a:schemeClr val="dk1"/>
                          </a:solidFill>
                          <a:effectLst/>
                        </a:rPr>
                        <a:t> - VANCOUVER - A third... http://bit.ly/1b4qQuy # attack</a:t>
                      </a:r>
                      <a:endParaRPr lang="en-GB" sz="17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566" marR="36566" marT="6094" marB="6094"/>
                </a:tc>
                <a:extLst>
                  <a:ext uri="{0D108BD9-81ED-4DB2-BD59-A6C34878D82A}">
                    <a16:rowId xmlns:a16="http://schemas.microsoft.com/office/drawing/2014/main" val="307412005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6326640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A93833-B263-7167-BDAF-DF97E8788E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41AB789B-B325-3A86-EA97-1C7F1504B33F}"/>
              </a:ext>
            </a:extLst>
          </p:cNvPr>
          <p:cNvSpPr txBox="1">
            <a:spLocks/>
          </p:cNvSpPr>
          <p:nvPr/>
        </p:nvSpPr>
        <p:spPr>
          <a:xfrm>
            <a:off x="11739563" y="6477000"/>
            <a:ext cx="45243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200" b="0" i="0" u="none" strike="noStrike" cap="none">
                <a:solidFill>
                  <a:schemeClr val="tx1">
                    <a:tint val="75000"/>
                  </a:schemeClr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ClrTx/>
              <a:buFontTx/>
              <a:buNone/>
              <a:tabLst>
                <a:tab pos="0" algn="l"/>
              </a:tabLst>
              <a:defRPr/>
            </a:pPr>
            <a:fld id="{91AC96F7-F8C6-4046-8A0D-FD31126D620D}" type="slidenum">
              <a:rPr lang="en-US" kern="1200" spc="-1" smtClean="0">
                <a:solidFill>
                  <a:srgbClr val="000000">
                    <a:tint val="75000"/>
                  </a:srgbClr>
                </a:solidFill>
                <a:latin typeface="Calibri"/>
                <a:ea typeface="+mn-ea"/>
                <a:cs typeface="+mn-cs"/>
              </a:rPr>
              <a:pPr>
                <a:buClrTx/>
                <a:buFontTx/>
                <a:buNone/>
                <a:tabLst>
                  <a:tab pos="0" algn="l"/>
                </a:tabLst>
                <a:defRPr/>
              </a:pPr>
              <a:t>10</a:t>
            </a:fld>
            <a:endParaRPr lang="en-US" kern="1200" spc="-1" dirty="0">
              <a:solidFill>
                <a:srgbClr val="000000">
                  <a:tint val="75000"/>
                </a:srgbClr>
              </a:solidFill>
              <a:latin typeface="Calibri"/>
              <a:ea typeface="+mn-ea"/>
              <a:cs typeface="+mn-cs"/>
            </a:endParaRPr>
          </a:p>
        </p:txBody>
      </p:sp>
      <p:sp>
        <p:nvSpPr>
          <p:cNvPr id="5" name="PlaceHolder 1">
            <a:extLst>
              <a:ext uri="{FF2B5EF4-FFF2-40B4-BE49-F238E27FC236}">
                <a16:creationId xmlns:a16="http://schemas.microsoft.com/office/drawing/2014/main" id="{1EA8C017-76A9-48CD-771D-85AEB78809F0}"/>
              </a:ext>
            </a:extLst>
          </p:cNvPr>
          <p:cNvSpPr txBox="1">
            <a:spLocks/>
          </p:cNvSpPr>
          <p:nvPr/>
        </p:nvSpPr>
        <p:spPr>
          <a:xfrm>
            <a:off x="3556000" y="514491"/>
            <a:ext cx="8229768" cy="766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buClrTx/>
              <a:tabLst>
                <a:tab pos="0" algn="l"/>
              </a:tabLst>
              <a:defRPr/>
            </a:pPr>
            <a:r>
              <a:rPr lang="en-US" sz="3600" spc="-1" dirty="0">
                <a:solidFill>
                  <a:srgbClr val="009DBB"/>
                </a:solidFill>
                <a:latin typeface="Arial"/>
              </a:rPr>
              <a:t>Author’s Summery</a:t>
            </a:r>
            <a:endParaRPr kumimoji="0" lang="en-US" sz="3600" b="0" i="0" u="none" strike="noStrike" kern="1200" cap="none" spc="-1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j-ea"/>
              <a:cs typeface="+mj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58FF0C5-3B02-0340-EDEC-3361D84456F7}"/>
              </a:ext>
            </a:extLst>
          </p:cNvPr>
          <p:cNvSpPr txBox="1"/>
          <p:nvPr/>
        </p:nvSpPr>
        <p:spPr>
          <a:xfrm>
            <a:off x="1577382" y="2131900"/>
            <a:ext cx="9037236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400" b="1" dirty="0" err="1"/>
              <a:t>KeepDotCa</a:t>
            </a:r>
            <a:r>
              <a:rPr lang="en-GB" sz="2400" dirty="0"/>
              <a:t> is Canadian-focused account that shares headlines and updates on major national and international events involving Canada. </a:t>
            </a:r>
          </a:p>
          <a:p>
            <a:r>
              <a:rPr lang="en-GB" sz="2400" dirty="0"/>
              <a:t>Most of the posts are about political developments, government actions, and incidents abroad that affect Canadians.</a:t>
            </a:r>
          </a:p>
        </p:txBody>
      </p:sp>
    </p:spTree>
    <p:extLst>
      <p:ext uri="{BB962C8B-B14F-4D97-AF65-F5344CB8AC3E}">
        <p14:creationId xmlns:p14="http://schemas.microsoft.com/office/powerpoint/2010/main" val="63876381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CDB116-F927-B998-75BE-1DADC0E0FC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>
            <a:extLst>
              <a:ext uri="{FF2B5EF4-FFF2-40B4-BE49-F238E27FC236}">
                <a16:creationId xmlns:a16="http://schemas.microsoft.com/office/drawing/2014/main" id="{E4417EAB-A864-C013-2BD6-8ADED0C07047}"/>
              </a:ext>
            </a:extLst>
          </p:cNvPr>
          <p:cNvSpPr txBox="1">
            <a:spLocks/>
          </p:cNvSpPr>
          <p:nvPr/>
        </p:nvSpPr>
        <p:spPr>
          <a:xfrm>
            <a:off x="3403600" y="362091"/>
            <a:ext cx="8229768" cy="766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buClrTx/>
              <a:tabLst>
                <a:tab pos="0" algn="l"/>
              </a:tabLst>
              <a:defRPr/>
            </a:pPr>
            <a:r>
              <a:rPr lang="en-US" sz="3600" spc="-1" dirty="0">
                <a:solidFill>
                  <a:srgbClr val="009DBB"/>
                </a:solidFill>
                <a:latin typeface="Arial"/>
              </a:rPr>
              <a:t>Author’s Activity - Unigram Word Cloud</a:t>
            </a:r>
            <a:endParaRPr kumimoji="0" lang="en-US" sz="3600" b="0" i="0" u="none" strike="noStrike" kern="1200" cap="none" spc="-1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j-ea"/>
              <a:cs typeface="+mj-cs"/>
            </a:endParaRPr>
          </a:p>
        </p:txBody>
      </p:sp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14E62347-3318-7866-4BE3-0BE3BBB3754B}"/>
              </a:ext>
            </a:extLst>
          </p:cNvPr>
          <p:cNvSpPr txBox="1">
            <a:spLocks/>
          </p:cNvSpPr>
          <p:nvPr/>
        </p:nvSpPr>
        <p:spPr>
          <a:xfrm>
            <a:off x="11739563" y="6477000"/>
            <a:ext cx="45243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200" b="0" i="0" u="none" strike="noStrike" cap="none">
                <a:solidFill>
                  <a:schemeClr val="tx1">
                    <a:tint val="75000"/>
                  </a:schemeClr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ClrTx/>
              <a:buFontTx/>
              <a:buNone/>
              <a:tabLst>
                <a:tab pos="0" algn="l"/>
              </a:tabLst>
              <a:defRPr/>
            </a:pPr>
            <a:fld id="{91AC96F7-F8C6-4046-8A0D-FD31126D620D}" type="slidenum">
              <a:rPr lang="en-US" kern="1200" spc="-1" smtClean="0">
                <a:solidFill>
                  <a:srgbClr val="000000">
                    <a:tint val="75000"/>
                  </a:srgbClr>
                </a:solidFill>
                <a:latin typeface="Calibri"/>
                <a:ea typeface="+mn-ea"/>
                <a:cs typeface="+mn-cs"/>
              </a:rPr>
              <a:pPr>
                <a:buClrTx/>
                <a:buFontTx/>
                <a:buNone/>
                <a:tabLst>
                  <a:tab pos="0" algn="l"/>
                </a:tabLst>
                <a:defRPr/>
              </a:pPr>
              <a:t>11</a:t>
            </a:fld>
            <a:endParaRPr lang="en-US" kern="1200" spc="-1" dirty="0">
              <a:solidFill>
                <a:srgbClr val="000000">
                  <a:tint val="75000"/>
                </a:srgbClr>
              </a:solidFill>
              <a:latin typeface="Calibri"/>
              <a:ea typeface="+mn-ea"/>
              <a:cs typeface="+mn-cs"/>
            </a:endParaRPr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517F1CBE-53FD-D830-FDE4-325957F695E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0200" y="1255413"/>
            <a:ext cx="8991600" cy="481965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4080149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2004F0-F5DE-5C35-8D76-1A7A78F632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FD8EDC79-8E31-9BE8-4EDC-FA7A1D40083F}"/>
              </a:ext>
            </a:extLst>
          </p:cNvPr>
          <p:cNvSpPr txBox="1">
            <a:spLocks/>
          </p:cNvSpPr>
          <p:nvPr/>
        </p:nvSpPr>
        <p:spPr>
          <a:xfrm>
            <a:off x="11739563" y="6477000"/>
            <a:ext cx="45243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200" b="0" i="0" u="none" strike="noStrike" cap="none">
                <a:solidFill>
                  <a:schemeClr val="tx1">
                    <a:tint val="75000"/>
                  </a:schemeClr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ClrTx/>
              <a:buFontTx/>
              <a:buNone/>
              <a:tabLst>
                <a:tab pos="0" algn="l"/>
              </a:tabLst>
              <a:defRPr/>
            </a:pPr>
            <a:fld id="{91AC96F7-F8C6-4046-8A0D-FD31126D620D}" type="slidenum">
              <a:rPr lang="en-US" kern="1200" spc="-1" smtClean="0">
                <a:solidFill>
                  <a:srgbClr val="000000">
                    <a:tint val="75000"/>
                  </a:srgbClr>
                </a:solidFill>
                <a:latin typeface="Calibri"/>
                <a:ea typeface="+mn-ea"/>
                <a:cs typeface="+mn-cs"/>
              </a:rPr>
              <a:pPr>
                <a:buClrTx/>
                <a:buFontTx/>
                <a:buNone/>
                <a:tabLst>
                  <a:tab pos="0" algn="l"/>
                </a:tabLst>
                <a:defRPr/>
              </a:pPr>
              <a:t>12</a:t>
            </a:fld>
            <a:endParaRPr lang="en-US" kern="1200" spc="-1" dirty="0">
              <a:solidFill>
                <a:srgbClr val="000000">
                  <a:tint val="75000"/>
                </a:srgbClr>
              </a:solidFill>
              <a:latin typeface="Calibri"/>
              <a:ea typeface="+mn-ea"/>
              <a:cs typeface="+mn-cs"/>
            </a:endParaRPr>
          </a:p>
        </p:txBody>
      </p:sp>
      <p:sp>
        <p:nvSpPr>
          <p:cNvPr id="5" name="PlaceHolder 1">
            <a:extLst>
              <a:ext uri="{FF2B5EF4-FFF2-40B4-BE49-F238E27FC236}">
                <a16:creationId xmlns:a16="http://schemas.microsoft.com/office/drawing/2014/main" id="{66CD0833-AFC3-2C60-F7BE-D6F4207CAA23}"/>
              </a:ext>
            </a:extLst>
          </p:cNvPr>
          <p:cNvSpPr txBox="1">
            <a:spLocks/>
          </p:cNvSpPr>
          <p:nvPr/>
        </p:nvSpPr>
        <p:spPr>
          <a:xfrm>
            <a:off x="3556000" y="514491"/>
            <a:ext cx="8229768" cy="766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buClrTx/>
              <a:tabLst>
                <a:tab pos="0" algn="l"/>
              </a:tabLst>
              <a:defRPr/>
            </a:pPr>
            <a:r>
              <a:rPr lang="en-US" sz="3600" spc="-1" dirty="0">
                <a:solidFill>
                  <a:srgbClr val="009DBB"/>
                </a:solidFill>
                <a:latin typeface="Arial"/>
              </a:rPr>
              <a:t>Author’s Activity - Bigram Word Cloud</a:t>
            </a:r>
            <a:endParaRPr kumimoji="0" lang="en-US" sz="3600" b="0" i="0" u="none" strike="noStrike" kern="1200" cap="none" spc="-1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j-ea"/>
              <a:cs typeface="+mj-cs"/>
            </a:endParaRPr>
          </a:p>
        </p:txBody>
      </p:sp>
      <p:pic>
        <p:nvPicPr>
          <p:cNvPr id="5122" name="Picture 2">
            <a:extLst>
              <a:ext uri="{FF2B5EF4-FFF2-40B4-BE49-F238E27FC236}">
                <a16:creationId xmlns:a16="http://schemas.microsoft.com/office/drawing/2014/main" id="{55498540-4BF0-C80F-5922-B9F9546C8A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0200" y="1341258"/>
            <a:ext cx="8991600" cy="481965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85009783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Blue II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מסמך" ma:contentTypeID="0x0101009B09D47D9E93A4429F0CD6A06BF73F25" ma:contentTypeVersion="2" ma:contentTypeDescription="צור מסמך חדש." ma:contentTypeScope="" ma:versionID="73466d0f0cccf3377f8877b2c3dc97be">
  <xsd:schema xmlns:xsd="http://www.w3.org/2001/XMLSchema" xmlns:xs="http://www.w3.org/2001/XMLSchema" xmlns:p="http://schemas.microsoft.com/office/2006/metadata/properties" xmlns:ns3="ce6966b5-b9a2-4047-8ad7-6349593315f9" targetNamespace="http://schemas.microsoft.com/office/2006/metadata/properties" ma:root="true" ma:fieldsID="094fd2ba8f4c59d7ca49435bf2013b23" ns3:_="">
    <xsd:import namespace="ce6966b5-b9a2-4047-8ad7-6349593315f9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e6966b5-b9a2-4047-8ad7-6349593315f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סוג תוכן"/>
        <xsd:element ref="dc:title" minOccurs="0" maxOccurs="1" ma:index="4" ma:displayName="כותרת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0240CFFD-E930-4E06-8CC7-91623280D14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ce6966b5-b9a2-4047-8ad7-6349593315f9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ADC03A01-1150-476B-9960-38F69024617B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54C27645-43BB-4483-8570-823D8715A1A2}">
  <ds:schemaRefs>
    <ds:schemaRef ds:uri="http://purl.org/dc/dcmitype/"/>
    <ds:schemaRef ds:uri="http://purl.org/dc/terms/"/>
    <ds:schemaRef ds:uri="http://schemas.openxmlformats.org/package/2006/metadata/core-properties"/>
    <ds:schemaRef ds:uri="http://schemas.microsoft.com/office/infopath/2007/PartnerControls"/>
    <ds:schemaRef ds:uri="http://www.w3.org/XML/1998/namespace"/>
    <ds:schemaRef ds:uri="http://purl.org/dc/elements/1.1/"/>
    <ds:schemaRef ds:uri="http://schemas.microsoft.com/office/2006/documentManagement/types"/>
    <ds:schemaRef ds:uri="ce6966b5-b9a2-4047-8ad7-6349593315f9"/>
    <ds:schemaRef ds:uri="http://schemas.microsoft.com/office/2006/metadata/propertie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35795</TotalTime>
  <Words>939</Words>
  <Application>Microsoft Office PowerPoint</Application>
  <PresentationFormat>Widescreen</PresentationFormat>
  <Paragraphs>164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9" baseType="lpstr">
      <vt:lpstr>Aptos</vt:lpstr>
      <vt:lpstr>Arial</vt:lpstr>
      <vt:lpstr>Calibri</vt:lpstr>
      <vt:lpstr>Calibri Light</vt:lpstr>
      <vt:lpstr>Courier New</vt:lpstr>
      <vt:lpstr>Times New Roman</vt:lpstr>
      <vt:lpstr>1_Office Theme</vt:lpstr>
      <vt:lpstr>Backbone-Graph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Research on Generative AI</dc:title>
  <dc:creator>Edita Grolman</dc:creator>
  <cp:lastModifiedBy>Amit Ner Gaon</cp:lastModifiedBy>
  <cp:revision>1406</cp:revision>
  <dcterms:created xsi:type="dcterms:W3CDTF">2021-05-04T15:24:24Z</dcterms:created>
  <dcterms:modified xsi:type="dcterms:W3CDTF">2025-07-23T12:13:51Z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0x0101009B09D47D9E93A4429F0CD6A06BF73F25</vt:lpwstr>
  </property>
</Properties>
</file>